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30-60-90 Day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30-60-90 Day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064369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60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28825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249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51214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638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736037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02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959926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416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183815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80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First 30 days — Learn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161288"/>
            <a:ext cx="26226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Onboarding &amp; systems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389888"/>
            <a:ext cx="874207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1389888"/>
            <a:ext cx="874207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Meet the team &amp; stakeholders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15321" y="1700784"/>
            <a:ext cx="1049048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15321" y="1700784"/>
            <a:ext cx="73433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Learn the product/process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77583" y="2011680"/>
            <a:ext cx="1748413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277583" y="2011680"/>
            <a:ext cx="699365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30-day review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80804" y="236829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Days 31-60 — Contribute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63100" y="2715768"/>
            <a:ext cx="26226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Own first tasks &amp; quick wins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63100" y="2944368"/>
            <a:ext cx="2185516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60-day 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03424" y="3300984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Days 61-90 — Lead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85720" y="3648456"/>
            <a:ext cx="26226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Own a project &amp; propose improvements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85720" y="3877056"/>
            <a:ext cx="2447778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90-day review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626043" y="4233672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Learn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Onboarding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systems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stakeholders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Learn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product/process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30-day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31-60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Contribute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Own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tasks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quick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60-day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61-90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Own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project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propose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improvements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90-day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2026-07-17T01:56:21Z</dcterms:created>
  <dcterms:modified xsi:type="dcterms:W3CDTF">2026-07-17T01:56:21Z</dcterms:modified>
</cp:coreProperties>
</file>