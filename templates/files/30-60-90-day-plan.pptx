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A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30-60-90 Day Plan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30-60-90 Day Plan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5064369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9860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6288258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2249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7512148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4638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8736037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7027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9959926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416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1183815" y="1051560"/>
            <a:ext cx="0" cy="3419856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81805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365760" y="103327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First 30 days — Learn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840480" y="1161288"/>
            <a:ext cx="26226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34416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Onboarding &amp; systems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840480" y="1389888"/>
            <a:ext cx="874207" cy="219456"/>
          </a:xfrm>
          <a:prstGeom prst="roundRect">
            <a:avLst>
              <a:gd name="adj" fmla="val 12500"/>
            </a:avLst>
          </a:prstGeom>
          <a:solidFill>
            <a:srgbClr val="0EA5E9"/>
          </a:solidFill>
          <a:ln/>
        </p:spPr>
      </p:sp>
      <p:sp>
        <p:nvSpPr>
          <p:cNvPr id="21" name="Shape 19"/>
          <p:cNvSpPr/>
          <p:nvPr/>
        </p:nvSpPr>
        <p:spPr>
          <a:xfrm>
            <a:off x="3840480" y="1389888"/>
            <a:ext cx="874207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165506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Meet the team &amp; stakeholders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015321" y="1700784"/>
            <a:ext cx="1049048" cy="219456"/>
          </a:xfrm>
          <a:prstGeom prst="roundRect">
            <a:avLst>
              <a:gd name="adj" fmla="val 12500"/>
            </a:avLst>
          </a:prstGeom>
          <a:solidFill>
            <a:srgbClr val="2563EB"/>
          </a:solidFill>
          <a:ln/>
        </p:spPr>
      </p:sp>
      <p:sp>
        <p:nvSpPr>
          <p:cNvPr id="24" name="Shape 22"/>
          <p:cNvSpPr/>
          <p:nvPr/>
        </p:nvSpPr>
        <p:spPr>
          <a:xfrm>
            <a:off x="4015321" y="1700784"/>
            <a:ext cx="734334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196596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Learn the product/process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77583" y="2011680"/>
            <a:ext cx="1748413" cy="219456"/>
          </a:xfrm>
          <a:prstGeom prst="roundRect">
            <a:avLst>
              <a:gd name="adj" fmla="val 12500"/>
            </a:avLst>
          </a:prstGeom>
          <a:solidFill>
            <a:srgbClr val="8B5CF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77583" y="2011680"/>
            <a:ext cx="699365" cy="219456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227685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30-day review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80804" y="2368296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258775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Days 31-60 — Contribute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63100" y="2715768"/>
            <a:ext cx="26226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2" name="Text 30"/>
          <p:cNvSpPr/>
          <p:nvPr/>
        </p:nvSpPr>
        <p:spPr>
          <a:xfrm>
            <a:off x="365760" y="2898648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Own first tasks &amp; quick wins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463100" y="2944368"/>
            <a:ext cx="2185516" cy="219456"/>
          </a:xfrm>
          <a:prstGeom prst="roundRect">
            <a:avLst>
              <a:gd name="adj" fmla="val 12500"/>
            </a:avLst>
          </a:prstGeom>
          <a:solidFill>
            <a:srgbClr val="F59E0B"/>
          </a:solidFill>
          <a:ln/>
        </p:spPr>
      </p:sp>
      <p:sp>
        <p:nvSpPr>
          <p:cNvPr id="34" name="Text 32"/>
          <p:cNvSpPr/>
          <p:nvPr/>
        </p:nvSpPr>
        <p:spPr>
          <a:xfrm>
            <a:off x="365760" y="3209544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60-day review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003424" y="3300984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" y="3520440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Days 61-90 — Lead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9085720" y="3648456"/>
            <a:ext cx="262262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38" name="Text 36"/>
          <p:cNvSpPr/>
          <p:nvPr/>
        </p:nvSpPr>
        <p:spPr>
          <a:xfrm>
            <a:off x="365760" y="38313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Own a project &amp; propose improvements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9085720" y="3877056"/>
            <a:ext cx="2447778" cy="219456"/>
          </a:xfrm>
          <a:prstGeom prst="roundRect">
            <a:avLst>
              <a:gd name="adj" fmla="val 12500"/>
            </a:avLst>
          </a:prstGeom>
          <a:solidFill>
            <a:srgbClr val="10B981"/>
          </a:solidFill>
          <a:ln/>
        </p:spPr>
      </p:sp>
      <p:sp>
        <p:nvSpPr>
          <p:cNvPr id="40" name="Text 38"/>
          <p:cNvSpPr/>
          <p:nvPr/>
        </p:nvSpPr>
        <p:spPr>
          <a:xfrm>
            <a:off x="365760" y="4142232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90-day review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1626043" y="4233672"/>
            <a:ext cx="164592" cy="164592"/>
          </a:xfrm>
          <a:prstGeom prst="diamond">
            <a:avLst/>
          </a:prstGeom>
          <a:solidFill>
            <a:srgbClr val="EF4444"/>
          </a:solidFill>
          <a:ln/>
        </p:spPr>
      </p:sp>
      <p:sp>
        <p:nvSpPr>
          <p:cNvPr id="42" name="Text 40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A5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First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Learn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Onboarding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systems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Meet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team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stakeholders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Learn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the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product/process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30-day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31-60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Contribute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Own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first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tasks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quick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wins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60-day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Days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61-90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Own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project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propose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improvements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You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2026-10-01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90-day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review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2026-10-31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