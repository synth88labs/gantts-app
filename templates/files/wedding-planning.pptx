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Wedding Planning (12 months)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Wedding Planning (12 months)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176957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1119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513434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4767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849911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415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18638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062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522865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10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5859343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358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19582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300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532297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6653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868774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301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205251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3949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54172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596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878205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1244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214682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4892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551159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539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8887636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2187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9224114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5835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15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560591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9483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29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989706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3130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12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0233545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778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26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0570022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20426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10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0906499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4073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24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1242976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87721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7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1579453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21369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21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12-9 months before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840480" y="1161288"/>
            <a:ext cx="2163067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Set date, budget &amp; guest list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840480" y="1389888"/>
            <a:ext cx="480682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55" name="Shape 53"/>
          <p:cNvSpPr/>
          <p:nvPr/>
        </p:nvSpPr>
        <p:spPr>
          <a:xfrm>
            <a:off x="3840480" y="1389888"/>
            <a:ext cx="48068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Book venue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200991" y="1700784"/>
            <a:ext cx="480682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4200991" y="1700784"/>
            <a:ext cx="384545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9-6 months before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003547" y="2093976"/>
            <a:ext cx="2163067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1" name="Text 59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Caterer, photographer &amp; attire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003547" y="2322576"/>
            <a:ext cx="1442045" cy="219456"/>
          </a:xfrm>
          <a:prstGeom prst="roundRect">
            <a:avLst>
              <a:gd name="adj" fmla="val 12500"/>
            </a:avLst>
          </a:prstGeom>
          <a:solidFill>
            <a:srgbClr val="6C4CF1"/>
          </a:solidFill>
          <a:ln/>
        </p:spPr>
      </p:sp>
      <p:sp>
        <p:nvSpPr>
          <p:cNvPr id="63" name="Shape 61"/>
          <p:cNvSpPr/>
          <p:nvPr/>
        </p:nvSpPr>
        <p:spPr>
          <a:xfrm>
            <a:off x="6003547" y="2322576"/>
            <a:ext cx="432613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Send invitations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445592" y="2633472"/>
            <a:ext cx="240341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66" name="Text 64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3-1 months before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9608659" y="3026664"/>
            <a:ext cx="144204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8" name="Text 66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RSVPs, seating &amp; rehearsal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9608659" y="3255264"/>
            <a:ext cx="1201704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Wedding day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11689430" y="3611880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72" name="Text 70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89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12-9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months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before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date,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budget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guest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Book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venue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9-6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months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before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Caterer,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photographer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attire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invitations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3-1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months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before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RSVPs,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seating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rehearsal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Couple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Wedding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2027-06-28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2027-06-28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