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Content Calendar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Content Calendar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002792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621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Strategy &amp; ideation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0" y="1161288"/>
            <a:ext cx="176784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Plan topics &amp; keywords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389888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11" name="Shape 9"/>
          <p:cNvSpPr/>
          <p:nvPr/>
        </p:nvSpPr>
        <p:spPr>
          <a:xfrm>
            <a:off x="3840480" y="1389888"/>
            <a:ext cx="17678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Blog post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08320" y="1783080"/>
            <a:ext cx="44196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Draft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08320" y="2011680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6C4CF1"/>
          </a:solidFill>
          <a:ln/>
        </p:spPr>
      </p:sp>
      <p:sp>
        <p:nvSpPr>
          <p:cNvPr id="16" name="Shape 14"/>
          <p:cNvSpPr/>
          <p:nvPr/>
        </p:nvSpPr>
        <p:spPr>
          <a:xfrm>
            <a:off x="5608320" y="2011680"/>
            <a:ext cx="106070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Edit &amp; design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76160" y="2322576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19" name="Shape 17"/>
          <p:cNvSpPr/>
          <p:nvPr/>
        </p:nvSpPr>
        <p:spPr>
          <a:xfrm>
            <a:off x="7376160" y="2322576"/>
            <a:ext cx="26517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Publish blog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061704" y="2679192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Email newsletter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92240" y="3026664"/>
            <a:ext cx="353568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Write &amp; schedule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92240" y="3255264"/>
            <a:ext cx="265176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6" name="Shape 24"/>
          <p:cNvSpPr/>
          <p:nvPr/>
        </p:nvSpPr>
        <p:spPr>
          <a:xfrm>
            <a:off x="6492240" y="3255264"/>
            <a:ext cx="6629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Social promotion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00" y="3648456"/>
            <a:ext cx="265176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Schedule posts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144000" y="3877056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Strategy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ideation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topics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keywords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Editor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Blog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Draft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Edit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Editor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Publish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blog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Email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newsletter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schedule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promotion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Schedule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