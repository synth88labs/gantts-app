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B27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Apparel Production Calendar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Apparel Production Calendar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40583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4007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9711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054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53653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7077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10187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3611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66722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146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23257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6681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79792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3216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36327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9751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92862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6286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949397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2821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05932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356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062467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5891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119002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82426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75537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38961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15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65760" y="1033272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Concept &amp; design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0" y="1119146"/>
            <a:ext cx="1211464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1259884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Range plan &amp; design freeze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0" y="1305604"/>
            <a:ext cx="726878" cy="135172"/>
          </a:xfrm>
          <a:prstGeom prst="roundRect">
            <a:avLst>
              <a:gd name="adj" fmla="val 20294"/>
            </a:avLst>
          </a:prstGeom>
          <a:solidFill>
            <a:srgbClr val="64748B"/>
          </a:solidFill>
          <a:ln/>
        </p:spPr>
      </p:sp>
      <p:sp>
        <p:nvSpPr>
          <p:cNvPr id="37" name="Shape 35"/>
          <p:cNvSpPr/>
          <p:nvPr/>
        </p:nvSpPr>
        <p:spPr>
          <a:xfrm>
            <a:off x="3840480" y="1305604"/>
            <a:ext cx="726878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1486496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Tech pack issued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69648" y="1535794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1713109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Sampling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51944" y="1798983"/>
            <a:ext cx="302866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1939721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Proto sample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51944" y="1985441"/>
            <a:ext cx="888407" cy="135172"/>
          </a:xfrm>
          <a:prstGeom prst="roundRect">
            <a:avLst>
              <a:gd name="adj" fmla="val 20294"/>
            </a:avLst>
          </a:prstGeom>
          <a:solidFill>
            <a:srgbClr val="DB2777"/>
          </a:solidFill>
          <a:ln/>
        </p:spPr>
      </p:sp>
      <p:sp>
        <p:nvSpPr>
          <p:cNvPr id="44" name="Shape 42"/>
          <p:cNvSpPr/>
          <p:nvPr/>
        </p:nvSpPr>
        <p:spPr>
          <a:xfrm>
            <a:off x="5051944" y="1985441"/>
            <a:ext cx="888407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2166333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Fit sample &amp; comments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940351" y="2212053"/>
            <a:ext cx="1009553" cy="135172"/>
          </a:xfrm>
          <a:prstGeom prst="roundRect">
            <a:avLst>
              <a:gd name="adj" fmla="val 20294"/>
            </a:avLst>
          </a:prstGeom>
          <a:solidFill>
            <a:srgbClr val="EC4899"/>
          </a:solidFill>
          <a:ln/>
        </p:spPr>
      </p:sp>
      <p:sp>
        <p:nvSpPr>
          <p:cNvPr id="47" name="Shape 45"/>
          <p:cNvSpPr/>
          <p:nvPr/>
        </p:nvSpPr>
        <p:spPr>
          <a:xfrm>
            <a:off x="5940351" y="2212053"/>
            <a:ext cx="605732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2392945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PP sample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49904" y="2438665"/>
            <a:ext cx="1130700" cy="135172"/>
          </a:xfrm>
          <a:prstGeom prst="roundRect">
            <a:avLst>
              <a:gd name="adj" fmla="val 20294"/>
            </a:avLst>
          </a:prstGeom>
          <a:solidFill>
            <a:srgbClr val="F472B6"/>
          </a:solidFill>
          <a:ln/>
        </p:spPr>
      </p:sp>
      <p:sp>
        <p:nvSpPr>
          <p:cNvPr id="50" name="Shape 48"/>
          <p:cNvSpPr/>
          <p:nvPr/>
        </p:nvSpPr>
        <p:spPr>
          <a:xfrm>
            <a:off x="6949904" y="2438665"/>
            <a:ext cx="226140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2619557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PP sample approved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998308" y="2668855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2846169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Materials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53855" y="2932043"/>
            <a:ext cx="3230571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5" name="Text 53"/>
          <p:cNvSpPr/>
          <p:nvPr/>
        </p:nvSpPr>
        <p:spPr>
          <a:xfrm>
            <a:off x="365760" y="3072782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Fabric booking &amp; lab dips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253855" y="3118502"/>
            <a:ext cx="1413375" cy="135172"/>
          </a:xfrm>
          <a:prstGeom prst="roundRect">
            <a:avLst>
              <a:gd name="adj" fmla="val 20294"/>
            </a:avLst>
          </a:prstGeom>
          <a:solidFill>
            <a:srgbClr val="A855F7"/>
          </a:solidFill>
          <a:ln/>
        </p:spPr>
      </p:sp>
      <p:sp>
        <p:nvSpPr>
          <p:cNvPr id="57" name="Shape 55"/>
          <p:cNvSpPr/>
          <p:nvPr/>
        </p:nvSpPr>
        <p:spPr>
          <a:xfrm>
            <a:off x="5253855" y="3118502"/>
            <a:ext cx="1272037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365760" y="3299394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Bulk fabric production &amp; transit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667229" y="3345114"/>
            <a:ext cx="1817196" cy="135172"/>
          </a:xfrm>
          <a:prstGeom prst="roundRect">
            <a:avLst>
              <a:gd name="adj" fmla="val 20294"/>
            </a:avLst>
          </a:prstGeom>
          <a:solidFill>
            <a:srgbClr val="C084FC"/>
          </a:solidFill>
          <a:ln/>
        </p:spPr>
      </p:sp>
      <p:sp>
        <p:nvSpPr>
          <p:cNvPr id="60" name="Shape 58"/>
          <p:cNvSpPr/>
          <p:nvPr/>
        </p:nvSpPr>
        <p:spPr>
          <a:xfrm>
            <a:off x="6667229" y="3345114"/>
            <a:ext cx="545159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3526006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Fabric in-house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402129" y="3575304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365760" y="3752618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Pre-production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080604" y="3838492"/>
            <a:ext cx="888407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5" name="Text 63"/>
          <p:cNvSpPr/>
          <p:nvPr/>
        </p:nvSpPr>
        <p:spPr>
          <a:xfrm>
            <a:off x="365760" y="3979230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Marker, grading &amp; size set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080604" y="4024950"/>
            <a:ext cx="605732" cy="135172"/>
          </a:xfrm>
          <a:prstGeom prst="roundRect">
            <a:avLst>
              <a:gd name="adj" fmla="val 20294"/>
            </a:avLst>
          </a:prstGeom>
          <a:solidFill>
            <a:srgbClr val="2563EB"/>
          </a:solidFill>
          <a:ln/>
        </p:spPr>
      </p:sp>
      <p:sp>
        <p:nvSpPr>
          <p:cNvPr id="67" name="Text 65"/>
          <p:cNvSpPr/>
          <p:nvPr/>
        </p:nvSpPr>
        <p:spPr>
          <a:xfrm>
            <a:off x="365760" y="4205842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PP meeting &amp; line release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686336" y="4251562"/>
            <a:ext cx="282675" cy="135172"/>
          </a:xfrm>
          <a:prstGeom prst="roundRect">
            <a:avLst>
              <a:gd name="adj" fmla="val 20294"/>
            </a:avLst>
          </a:prstGeom>
          <a:solidFill>
            <a:srgbClr val="3B82F6"/>
          </a:solidFill>
          <a:ln/>
        </p:spPr>
      </p:sp>
      <p:sp>
        <p:nvSpPr>
          <p:cNvPr id="69" name="Text 67"/>
          <p:cNvSpPr/>
          <p:nvPr/>
        </p:nvSpPr>
        <p:spPr>
          <a:xfrm>
            <a:off x="365760" y="4432455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Bulk production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969011" y="4518329"/>
            <a:ext cx="1817196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1" name="Text 69"/>
          <p:cNvSpPr/>
          <p:nvPr/>
        </p:nvSpPr>
        <p:spPr>
          <a:xfrm>
            <a:off x="365760" y="4659067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Cutting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969011" y="4704787"/>
            <a:ext cx="403821" cy="135172"/>
          </a:xfrm>
          <a:prstGeom prst="roundRect">
            <a:avLst>
              <a:gd name="adj" fmla="val 20294"/>
            </a:avLst>
          </a:prstGeom>
          <a:solidFill>
            <a:srgbClr val="EA580C"/>
          </a:solidFill>
          <a:ln/>
        </p:spPr>
      </p:sp>
      <p:sp>
        <p:nvSpPr>
          <p:cNvPr id="73" name="Text 71"/>
          <p:cNvSpPr/>
          <p:nvPr/>
        </p:nvSpPr>
        <p:spPr>
          <a:xfrm>
            <a:off x="365760" y="4885679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Sewing &amp; in-line QC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372832" y="4931399"/>
            <a:ext cx="1130700" cy="135172"/>
          </a:xfrm>
          <a:prstGeom prst="roundRect">
            <a:avLst>
              <a:gd name="adj" fmla="val 20294"/>
            </a:avLst>
          </a:prstGeom>
          <a:solidFill>
            <a:srgbClr val="F97316"/>
          </a:solidFill>
          <a:ln/>
        </p:spPr>
      </p:sp>
      <p:sp>
        <p:nvSpPr>
          <p:cNvPr id="75" name="Text 73"/>
          <p:cNvSpPr/>
          <p:nvPr/>
        </p:nvSpPr>
        <p:spPr>
          <a:xfrm>
            <a:off x="365760" y="5112291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Finishing &amp; pressing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0301621" y="5158011"/>
            <a:ext cx="484586" cy="135172"/>
          </a:xfrm>
          <a:prstGeom prst="roundRect">
            <a:avLst>
              <a:gd name="adj" fmla="val 20294"/>
            </a:avLst>
          </a:prstGeom>
          <a:solidFill>
            <a:srgbClr val="FB923C"/>
          </a:solidFill>
          <a:ln/>
        </p:spPr>
      </p:sp>
      <p:sp>
        <p:nvSpPr>
          <p:cNvPr id="77" name="Text 75"/>
          <p:cNvSpPr/>
          <p:nvPr/>
        </p:nvSpPr>
        <p:spPr>
          <a:xfrm>
            <a:off x="365760" y="5338903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Finishing &amp; shipment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0786207" y="5424777"/>
            <a:ext cx="1009553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9" name="Text 77"/>
          <p:cNvSpPr/>
          <p:nvPr/>
        </p:nvSpPr>
        <p:spPr>
          <a:xfrm>
            <a:off x="365760" y="5565515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Final inspection &amp; packing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0786207" y="5611235"/>
            <a:ext cx="403821" cy="135172"/>
          </a:xfrm>
          <a:prstGeom prst="roundRect">
            <a:avLst>
              <a:gd name="adj" fmla="val 20294"/>
            </a:avLst>
          </a:prstGeom>
          <a:solidFill>
            <a:srgbClr val="0D9488"/>
          </a:solidFill>
          <a:ln/>
        </p:spPr>
      </p:sp>
      <p:sp>
        <p:nvSpPr>
          <p:cNvPr id="81" name="Text 79"/>
          <p:cNvSpPr/>
          <p:nvPr/>
        </p:nvSpPr>
        <p:spPr>
          <a:xfrm>
            <a:off x="365760" y="5792128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Ex-factory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1228878" y="5841426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83" name="Text 81"/>
          <p:cNvSpPr/>
          <p:nvPr/>
        </p:nvSpPr>
        <p:spPr>
          <a:xfrm>
            <a:off x="365760" y="6018740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Transit to delivery window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1311174" y="6064460"/>
            <a:ext cx="484586" cy="135172"/>
          </a:xfrm>
          <a:prstGeom prst="roundRect">
            <a:avLst>
              <a:gd name="adj" fmla="val 20294"/>
            </a:avLst>
          </a:prstGeom>
          <a:solidFill>
            <a:srgbClr val="14B8A6"/>
          </a:solidFill>
          <a:ln/>
        </p:spPr>
      </p:sp>
      <p:sp>
        <p:nvSpPr>
          <p:cNvPr id="85" name="Text 83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7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7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7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7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7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7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77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Concept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Range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freeze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Tech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pack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issued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Sampling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Proto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sample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Sampling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sample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Sampling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PP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sample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Sampling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PP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sample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Materials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Fabric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booking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lab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dips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Sourcing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Bulk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fabric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production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transit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Fabric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in-house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Pre-production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Marker,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grading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size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Production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PP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meeting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line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release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Production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Bulk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production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Cutting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Factory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Sewing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in-line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Factory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Finishing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pressing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Factory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Finishing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shipment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Final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inspection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packing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720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Ex-factory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Transit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delivery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window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Logistics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2026-07-18T08:31:45Z</dcterms:created>
  <dcterms:modified xsi:type="dcterms:W3CDTF">2026-07-18T08:31:45Z</dcterms:modified>
</cp:coreProperties>
</file>