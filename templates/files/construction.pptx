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Construction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Construction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064369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6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288258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249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512148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638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736037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02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959926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41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183815" y="1051560"/>
            <a:ext cx="0" cy="40416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80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Pre-construction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161288"/>
            <a:ext cx="1748413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Permits &amp; approvals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389888"/>
            <a:ext cx="1049048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1389888"/>
            <a:ext cx="104904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Site survey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39845" y="1700784"/>
            <a:ext cx="524524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39845" y="1700784"/>
            <a:ext cx="52452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Foundation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88893" y="2093976"/>
            <a:ext cx="131131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Excavation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88893" y="2322576"/>
            <a:ext cx="524524" cy="219456"/>
          </a:xfrm>
          <a:prstGeom prst="roundRect">
            <a:avLst>
              <a:gd name="adj" fmla="val 12500"/>
            </a:avLst>
          </a:prstGeom>
          <a:solidFill>
            <a:srgbClr val="EA580C"/>
          </a:solidFill>
          <a:ln/>
        </p:spPr>
      </p:sp>
      <p:sp>
        <p:nvSpPr>
          <p:cNvPr id="29" name="Shape 27"/>
          <p:cNvSpPr/>
          <p:nvPr/>
        </p:nvSpPr>
        <p:spPr>
          <a:xfrm>
            <a:off x="5588893" y="2322576"/>
            <a:ext cx="31471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Pour foundation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13417" y="2633472"/>
            <a:ext cx="786786" cy="219456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Structure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0203" y="3026664"/>
            <a:ext cx="26226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Framing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0203" y="3255264"/>
            <a:ext cx="1223889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Roofing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24092" y="3566160"/>
            <a:ext cx="874207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Interior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522823" y="3959352"/>
            <a:ext cx="218551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Electrical &amp; plumbing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522823" y="4187952"/>
            <a:ext cx="1049048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Finishing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571871" y="4498848"/>
            <a:ext cx="1136469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7640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Handover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626043" y="485546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Pre-construction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survey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Surveyor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Foundation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Excavation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Pour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foundation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Framing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Roofing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Interior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plumbing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Finishing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Handover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