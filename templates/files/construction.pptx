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5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Construction Schedule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Construction Schedule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5064369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9860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6288258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2249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512148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4638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8736037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7027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9959926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416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1183815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81805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26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Pre-construction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840480" y="1161288"/>
            <a:ext cx="1748413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Permits &amp; approvals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840480" y="1389888"/>
            <a:ext cx="1049048" cy="219456"/>
          </a:xfrm>
          <a:prstGeom prst="roundRect">
            <a:avLst>
              <a:gd name="adj" fmla="val 12500"/>
            </a:avLst>
          </a:prstGeom>
          <a:solidFill>
            <a:srgbClr val="64748B"/>
          </a:solidFill>
          <a:ln/>
        </p:spPr>
      </p:sp>
      <p:sp>
        <p:nvSpPr>
          <p:cNvPr id="21" name="Shape 19"/>
          <p:cNvSpPr/>
          <p:nvPr/>
        </p:nvSpPr>
        <p:spPr>
          <a:xfrm>
            <a:off x="3840480" y="1389888"/>
            <a:ext cx="1049048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Site survey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39845" y="1700784"/>
            <a:ext cx="524524" cy="219456"/>
          </a:xfrm>
          <a:prstGeom prst="roundRect">
            <a:avLst>
              <a:gd name="adj" fmla="val 12500"/>
            </a:avLst>
          </a:prstGeom>
          <a:solidFill>
            <a:srgbClr val="64748B"/>
          </a:solidFill>
          <a:ln/>
        </p:spPr>
      </p:sp>
      <p:sp>
        <p:nvSpPr>
          <p:cNvPr id="24" name="Shape 22"/>
          <p:cNvSpPr/>
          <p:nvPr/>
        </p:nvSpPr>
        <p:spPr>
          <a:xfrm>
            <a:off x="4539845" y="1700784"/>
            <a:ext cx="52452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Foundation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88893" y="2093976"/>
            <a:ext cx="131131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Excavation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588893" y="2322576"/>
            <a:ext cx="524524" cy="219456"/>
          </a:xfrm>
          <a:prstGeom prst="roundRect">
            <a:avLst>
              <a:gd name="adj" fmla="val 12500"/>
            </a:avLst>
          </a:prstGeom>
          <a:solidFill>
            <a:srgbClr val="EA580C"/>
          </a:solidFill>
          <a:ln/>
        </p:spPr>
      </p:sp>
      <p:sp>
        <p:nvSpPr>
          <p:cNvPr id="29" name="Shape 27"/>
          <p:cNvSpPr/>
          <p:nvPr/>
        </p:nvSpPr>
        <p:spPr>
          <a:xfrm>
            <a:off x="5588893" y="2322576"/>
            <a:ext cx="31471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Pour foundation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113417" y="2633472"/>
            <a:ext cx="786786" cy="219456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Structure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900203" y="3026664"/>
            <a:ext cx="26226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Framing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900203" y="3255264"/>
            <a:ext cx="1223889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Roofing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124092" y="3566160"/>
            <a:ext cx="874207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38" name="Text 36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Interior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522823" y="3959352"/>
            <a:ext cx="2185516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0" name="Text 38"/>
          <p:cNvSpPr/>
          <p:nvPr/>
        </p:nvSpPr>
        <p:spPr>
          <a:xfrm>
            <a:off x="365760" y="414223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Electrical &amp; plumbing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522823" y="4187952"/>
            <a:ext cx="1049048" cy="219456"/>
          </a:xfrm>
          <a:prstGeom prst="roundRect">
            <a:avLst>
              <a:gd name="adj" fmla="val 12500"/>
            </a:avLst>
          </a:prstGeom>
          <a:solidFill>
            <a:srgbClr val="A855F7"/>
          </a:solidFill>
          <a:ln/>
        </p:spPr>
      </p:sp>
      <p:sp>
        <p:nvSpPr>
          <p:cNvPr id="42" name="Text 40"/>
          <p:cNvSpPr/>
          <p:nvPr/>
        </p:nvSpPr>
        <p:spPr>
          <a:xfrm>
            <a:off x="365760" y="445312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Finishing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0571871" y="4498848"/>
            <a:ext cx="1136469" cy="219456"/>
          </a:xfrm>
          <a:prstGeom prst="roundRect">
            <a:avLst>
              <a:gd name="adj" fmla="val 12500"/>
            </a:avLst>
          </a:prstGeom>
          <a:solidFill>
            <a:srgbClr val="EC4899"/>
          </a:solidFill>
          <a:ln/>
        </p:spPr>
      </p:sp>
      <p:sp>
        <p:nvSpPr>
          <p:cNvPr id="44" name="Text 42"/>
          <p:cNvSpPr/>
          <p:nvPr/>
        </p:nvSpPr>
        <p:spPr>
          <a:xfrm>
            <a:off x="365760" y="476402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Handover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1626043" y="4855464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46" name="Text 44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Pre-construction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Permits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approvals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Site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survey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Surveyor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Foundation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Excavation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Crew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Pour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foundation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Crew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Structure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Framing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Crew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Roofing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Crew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Interior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Electrical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plumbing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Trades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Finishing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Trades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Handover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2026-07-18T08:31:44Z</dcterms:created>
  <dcterms:modified xsi:type="dcterms:W3CDTF">2026-07-18T08:31:44Z</dcterms:modified>
</cp:coreProperties>
</file>