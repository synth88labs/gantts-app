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One-Page Gantt Chart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One-Page Gantt Chart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41491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573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42501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7674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4351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775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4452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876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45533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977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4654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07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755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17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248565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8280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549575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381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0586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482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151597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583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452607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84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75361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785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054628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88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355639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98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65665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08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57660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19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258671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291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559681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939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86069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493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161702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9594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462713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9695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76372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979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064734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97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1365745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99998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1666755" y="1051560"/>
            <a:ext cx="0" cy="341985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30099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Discovery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0" y="1161288"/>
            <a:ext cx="96753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Design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0510" y="1472184"/>
            <a:ext cx="1290045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Design sign-off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08260" y="174650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Build — workstream 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883052" y="2093976"/>
            <a:ext cx="258009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Build — workstream B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05563" y="2404872"/>
            <a:ext cx="225757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140631" y="2715768"/>
            <a:ext cx="107503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Test &amp; UAT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000662" y="3026664"/>
            <a:ext cx="1182542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Go / no-go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0100907" y="3300984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Launch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183203" y="3648456"/>
            <a:ext cx="645023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5" name="Text 73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Go live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0745930" y="3922776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Hypercare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0828226" y="4270248"/>
            <a:ext cx="96753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sign-off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workstream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2026-11-20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2027-02-18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no-go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2027-05-24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Hypercare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2027-06-23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