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F46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Project Management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Project Management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66344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556917" y="1051560"/>
            <a:ext cx="0" cy="466344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9115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9273354" y="1051560"/>
            <a:ext cx="0" cy="466344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0759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Initiation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1164187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Define scope &amp; goals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582094" cy="219456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58209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Stakeholder sign-off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22574" y="1700784"/>
            <a:ext cx="582094" cy="219456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/>
        </p:spPr>
      </p:sp>
      <p:sp>
        <p:nvSpPr>
          <p:cNvPr id="16" name="Shape 14"/>
          <p:cNvSpPr/>
          <p:nvPr/>
        </p:nvSpPr>
        <p:spPr>
          <a:xfrm>
            <a:off x="4422574" y="1700784"/>
            <a:ext cx="58209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Kickoff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2371" y="2057400"/>
            <a:ext cx="164592" cy="164592"/>
          </a:xfrm>
          <a:prstGeom prst="diamond">
            <a:avLst/>
          </a:prstGeom>
          <a:solidFill>
            <a:srgbClr val="6366F1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Planning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04667" y="2404872"/>
            <a:ext cx="194031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Work breakdown &amp; schedule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4667" y="2633472"/>
            <a:ext cx="970156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3" name="Shape 21"/>
          <p:cNvSpPr/>
          <p:nvPr/>
        </p:nvSpPr>
        <p:spPr>
          <a:xfrm>
            <a:off x="5004667" y="2633472"/>
            <a:ext cx="679109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Resource &amp; budget plan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586761" y="2944368"/>
            <a:ext cx="970156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6" name="Shape 24"/>
          <p:cNvSpPr/>
          <p:nvPr/>
        </p:nvSpPr>
        <p:spPr>
          <a:xfrm>
            <a:off x="5586761" y="2944368"/>
            <a:ext cx="38806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Execution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44980" y="3337560"/>
            <a:ext cx="3880624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Deliver workstream 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944980" y="3566160"/>
            <a:ext cx="2328375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1" name="Shape 29"/>
          <p:cNvSpPr/>
          <p:nvPr/>
        </p:nvSpPr>
        <p:spPr>
          <a:xfrm>
            <a:off x="6944980" y="3566160"/>
            <a:ext cx="349256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Deliver workstream B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333042" y="3877056"/>
            <a:ext cx="2716437" cy="219456"/>
          </a:xfrm>
          <a:prstGeom prst="roundRect">
            <a:avLst>
              <a:gd name="adj" fmla="val 12500"/>
            </a:avLst>
          </a:prstGeom>
          <a:solidFill>
            <a:srgbClr val="22C55E"/>
          </a:solidFill>
          <a:ln/>
        </p:spPr>
      </p:sp>
      <p:sp>
        <p:nvSpPr>
          <p:cNvPr id="34" name="Shape 32"/>
          <p:cNvSpPr/>
          <p:nvPr/>
        </p:nvSpPr>
        <p:spPr>
          <a:xfrm>
            <a:off x="7333042" y="3877056"/>
            <a:ext cx="135822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Monitoring &amp; Control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44980" y="4270248"/>
            <a:ext cx="3880624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Status reporting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944980" y="4498848"/>
            <a:ext cx="3880624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Closure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825604" y="4892040"/>
            <a:ext cx="970156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1" name="Text 39"/>
          <p:cNvSpPr/>
          <p:nvPr/>
        </p:nvSpPr>
        <p:spPr>
          <a:xfrm>
            <a:off x="365760" y="507492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Handover &amp; retrospective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0825604" y="5120640"/>
            <a:ext cx="776125" cy="219456"/>
          </a:xfrm>
          <a:prstGeom prst="roundRect">
            <a:avLst>
              <a:gd name="adj" fmla="val 12500"/>
            </a:avLst>
          </a:prstGeom>
          <a:solidFill>
            <a:srgbClr val="EF4444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538581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Project close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1519433" y="547725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5" name="Text 43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Initiation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Define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scope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Stakeholder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sign-off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Sponsor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Kickoff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breakdown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schedule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Resource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budget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plan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Execution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Deliver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workstream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Deliver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workstream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Monitoring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Control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Status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reporting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Closure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Handover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retrospective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Project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close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