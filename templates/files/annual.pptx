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C4C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4688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Yearly Plan (12 months)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5661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</a:rPr>
              <a:t>Free Gantt chart template · gantts.app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Yearly Plan (12 months)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840480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4149852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8409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17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4459224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9346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Aug 31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768596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0283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14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077968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1220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Sep 28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387340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158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12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696712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3095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Oct 26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006084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4032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9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6315456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969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Nov 23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6624828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906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6934200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6844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Dec 21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7243572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7781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4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7552944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8718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Jan 18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7862316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655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171688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0592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Feb 15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481060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530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8790432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42467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15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9099804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73404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Mar 29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9409176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4341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12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9718548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5278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Apr 26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0027920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66216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10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0337292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971532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May 24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0646664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280904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7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10956036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590276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Jun 21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11265408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899648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5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11574780" y="1051560"/>
            <a:ext cx="0" cy="310896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1209020" y="79552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Jul 19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65760" y="103327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Q1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840480" y="1161288"/>
            <a:ext cx="198882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7" name="Text 55"/>
          <p:cNvSpPr/>
          <p:nvPr/>
        </p:nvSpPr>
        <p:spPr>
          <a:xfrm>
            <a:off x="365760" y="1344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Initiative 1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840480" y="1389888"/>
            <a:ext cx="1325880" cy="219456"/>
          </a:xfrm>
          <a:prstGeom prst="roundRect">
            <a:avLst>
              <a:gd name="adj" fmla="val 12500"/>
            </a:avLst>
          </a:prstGeom>
          <a:solidFill>
            <a:srgbClr val="6C4CF1"/>
          </a:solidFill>
          <a:ln/>
        </p:spPr>
      </p:sp>
      <p:sp>
        <p:nvSpPr>
          <p:cNvPr id="59" name="Shape 57"/>
          <p:cNvSpPr/>
          <p:nvPr/>
        </p:nvSpPr>
        <p:spPr>
          <a:xfrm>
            <a:off x="3840480" y="1389888"/>
            <a:ext cx="928116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365760" y="165506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Q2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829300" y="1783080"/>
            <a:ext cx="198882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2" name="Text 60"/>
          <p:cNvSpPr/>
          <p:nvPr/>
        </p:nvSpPr>
        <p:spPr>
          <a:xfrm>
            <a:off x="365760" y="196596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Initiative 2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829300" y="2011680"/>
            <a:ext cx="1657350" cy="219456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</p:sp>
      <p:sp>
        <p:nvSpPr>
          <p:cNvPr id="64" name="Shape 62"/>
          <p:cNvSpPr/>
          <p:nvPr/>
        </p:nvSpPr>
        <p:spPr>
          <a:xfrm>
            <a:off x="5829300" y="2011680"/>
            <a:ext cx="414338" cy="219456"/>
          </a:xfrm>
          <a:prstGeom prst="rect">
            <a:avLst/>
          </a:prstGeom>
          <a:solidFill>
            <a:srgbClr val="000000">
              <a:alpha val="22000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365760" y="227685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Mid-year review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7735824" y="2368296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67" name="Text 65"/>
          <p:cNvSpPr/>
          <p:nvPr/>
        </p:nvSpPr>
        <p:spPr>
          <a:xfrm>
            <a:off x="365760" y="2587752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Q3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818120" y="2715768"/>
            <a:ext cx="198882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69" name="Text 67"/>
          <p:cNvSpPr/>
          <p:nvPr/>
        </p:nvSpPr>
        <p:spPr>
          <a:xfrm>
            <a:off x="365760" y="289864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Initiative 3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818120" y="2944368"/>
            <a:ext cx="1546860" cy="219456"/>
          </a:xfrm>
          <a:prstGeom prst="roundRect">
            <a:avLst>
              <a:gd name="adj" fmla="val 12500"/>
            </a:avLst>
          </a:prstGeom>
          <a:solidFill>
            <a:srgbClr val="F59E0B"/>
          </a:solidFill>
          <a:ln/>
        </p:spPr>
      </p:sp>
      <p:sp>
        <p:nvSpPr>
          <p:cNvPr id="71" name="Text 69"/>
          <p:cNvSpPr/>
          <p:nvPr/>
        </p:nvSpPr>
        <p:spPr>
          <a:xfrm>
            <a:off x="365760" y="3209544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293B"/>
                </a:solidFill>
              </a:rPr>
              <a:t>Q4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9806940" y="3337560"/>
            <a:ext cx="1988820" cy="9144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73" name="Text 71"/>
          <p:cNvSpPr/>
          <p:nvPr/>
        </p:nvSpPr>
        <p:spPr>
          <a:xfrm>
            <a:off x="365760" y="3520440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Initiative 4 &amp; close-out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9806940" y="3566160"/>
            <a:ext cx="1767840" cy="219456"/>
          </a:xfrm>
          <a:prstGeom prst="roundRect">
            <a:avLst>
              <a:gd name="adj" fmla="val 12500"/>
            </a:avLst>
          </a:prstGeom>
          <a:solidFill>
            <a:srgbClr val="10B981"/>
          </a:solidFill>
          <a:ln/>
        </p:spPr>
      </p:sp>
      <p:sp>
        <p:nvSpPr>
          <p:cNvPr id="75" name="Text 73"/>
          <p:cNvSpPr/>
          <p:nvPr/>
        </p:nvSpPr>
        <p:spPr>
          <a:xfrm>
            <a:off x="365760" y="3831336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1E293B"/>
                </a:solidFill>
              </a:rPr>
              <a:t>◆ Year-end milestone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11669268" y="3922776"/>
            <a:ext cx="164592" cy="164592"/>
          </a:xfrm>
          <a:prstGeom prst="diamond">
            <a:avLst/>
          </a:prstGeom>
          <a:solidFill>
            <a:srgbClr val="EF4444"/>
          </a:solidFill>
          <a:ln/>
        </p:spPr>
      </p:sp>
      <p:sp>
        <p:nvSpPr>
          <p:cNvPr id="77" name="Text 75"/>
          <p:cNvSpPr/>
          <p:nvPr/>
        </p:nvSpPr>
        <p:spPr>
          <a:xfrm>
            <a:off x="36576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Made free at gantts.app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Task Schedule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11430000" cy="914400"/>
        </p:xfrm>
        <a:graphic>
          <a:graphicData uri="http://schemas.openxmlformats.org/drawingml/2006/table">
            <a:tbl>
              <a:tblPr/>
              <a:tblGrid>
                <a:gridCol w="1632857"/>
                <a:gridCol w="1632857"/>
                <a:gridCol w="1632857"/>
                <a:gridCol w="1632857"/>
                <a:gridCol w="1632857"/>
                <a:gridCol w="1632857"/>
                <a:gridCol w="16328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C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Initiative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2026-08-02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2026-09-30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Initiative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2026-10-31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Mid-year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review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2027-04-28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Initiative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2027-01-29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70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Q4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2027-07-27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90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5.1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Initiative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4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&amp;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close-out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Team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2027-04-29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2027-07-17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0%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Year-end </a:t>
                      </a:r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milestone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2027-07-26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2027-07-26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2026-07-18T08:12:38Z</dcterms:created>
  <dcterms:modified xsi:type="dcterms:W3CDTF">2026-07-18T08:12:38Z</dcterms:modified>
</cp:coreProperties>
</file>