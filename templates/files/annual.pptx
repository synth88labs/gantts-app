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4C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Yearly Plan (12 months)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Yearly Plan (12 months)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14985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8409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45922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9346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6859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283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07796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220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38734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158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69671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0608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4032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31545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969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62482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5906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93420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684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24357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7781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55294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8718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86231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655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17168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0592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48106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153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79043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2467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09980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3404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940917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4341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12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71854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527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26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002792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621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10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033729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97153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24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064666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28090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7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095603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59027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21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1126540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8996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1157478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2090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19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Q1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40480" y="1161288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Initiative 1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840480" y="1389888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6C4CF1"/>
          </a:solidFill>
          <a:ln/>
        </p:spPr>
      </p:sp>
      <p:sp>
        <p:nvSpPr>
          <p:cNvPr id="59" name="Shape 57"/>
          <p:cNvSpPr/>
          <p:nvPr/>
        </p:nvSpPr>
        <p:spPr>
          <a:xfrm>
            <a:off x="3840480" y="1389888"/>
            <a:ext cx="92811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Q2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829300" y="1783080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2" name="Text 60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Initiative 2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829300" y="2011680"/>
            <a:ext cx="165735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64" name="Shape 62"/>
          <p:cNvSpPr/>
          <p:nvPr/>
        </p:nvSpPr>
        <p:spPr>
          <a:xfrm>
            <a:off x="5829300" y="2011680"/>
            <a:ext cx="41433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Mid-year review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735824" y="236829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67" name="Text 65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Q3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18120" y="2715768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9" name="Text 67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Initiative 3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18120" y="2944368"/>
            <a:ext cx="154686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71" name="Text 69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Q4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9806940" y="3337560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73" name="Text 71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Initiative 4 &amp; close-out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9806940" y="3566160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75" name="Text 73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Year-end milestone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11669268" y="392277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77" name="Text 7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Mid-year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close-out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Year-end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milestone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