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C4C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Yearly Plan (12 months)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Yearly Plan (12 months)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4149852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8409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459224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9346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768596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283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5077968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220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538734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158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5696712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006084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4032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9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315456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969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23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624828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5906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7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93420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6844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21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243572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7781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4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552944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8718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18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862316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655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8171688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0592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15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848106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1530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8790432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2467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15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9099804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73404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29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9409176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4341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12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718548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5278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26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1002792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6621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 10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10337292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97153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 24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10646664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28090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Jun 7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10956036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59027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Jun 21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11265408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89964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Jul 5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11574780" y="1051560"/>
            <a:ext cx="0" cy="310896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2090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Jul 19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Q1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840480" y="1161288"/>
            <a:ext cx="19888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Initiative 1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840480" y="1389888"/>
            <a:ext cx="1325880" cy="219456"/>
          </a:xfrm>
          <a:prstGeom prst="roundRect">
            <a:avLst>
              <a:gd name="adj" fmla="val 12500"/>
            </a:avLst>
          </a:prstGeom>
          <a:solidFill>
            <a:srgbClr val="6C4CF1"/>
          </a:solidFill>
          <a:ln/>
        </p:spPr>
      </p:sp>
      <p:sp>
        <p:nvSpPr>
          <p:cNvPr id="59" name="Shape 57"/>
          <p:cNvSpPr/>
          <p:nvPr/>
        </p:nvSpPr>
        <p:spPr>
          <a:xfrm>
            <a:off x="3840480" y="1389888"/>
            <a:ext cx="92811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Q2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829300" y="1783080"/>
            <a:ext cx="19888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2" name="Text 60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Initiative 2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829300" y="2011680"/>
            <a:ext cx="1657350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64" name="Shape 62"/>
          <p:cNvSpPr/>
          <p:nvPr/>
        </p:nvSpPr>
        <p:spPr>
          <a:xfrm>
            <a:off x="5829300" y="2011680"/>
            <a:ext cx="414338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Mid-year review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735824" y="2368296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67" name="Text 65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Q3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18120" y="2715768"/>
            <a:ext cx="19888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9" name="Text 67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Initiative 3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818120" y="2944368"/>
            <a:ext cx="1546860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71" name="Text 69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Q4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9806940" y="3337560"/>
            <a:ext cx="19888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73" name="Text 71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Initiative 4 &amp; close-out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9806940" y="3566160"/>
            <a:ext cx="1767840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75" name="Text 73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Year-end milestone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11669268" y="3922776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77" name="Text 75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C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Initiative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Initiative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Mid-year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2027-04-28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Initiative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2027-04-08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2027-04-29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2027-07-27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Initiative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close-out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2027-04-29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2027-07-17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Year-end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milestone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2027-07-26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2027-07-26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2026-07-18T08:31:44Z</dcterms:created>
  <dcterms:modified xsi:type="dcterms:W3CDTF">2026-07-18T08:31:44Z</dcterms:modified>
</cp:coreProperties>
</file>