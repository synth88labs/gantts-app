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Employee Onboarding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Employee Onboarding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064369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6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28825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24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51214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63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736037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02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959926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4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18381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180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Pre-boarding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161288"/>
            <a:ext cx="43710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Offer, contract &amp; IT setup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389888"/>
            <a:ext cx="437103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1389888"/>
            <a:ext cx="437103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 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77583" y="1783080"/>
            <a:ext cx="87421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Orientation &amp; workspace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77583" y="2011680"/>
            <a:ext cx="87421" cy="219456"/>
          </a:xfrm>
          <a:prstGeom prst="roundRect">
            <a:avLst>
              <a:gd name="adj" fmla="val 31379"/>
            </a:avLst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365004" y="2404872"/>
            <a:ext cx="43710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Training &amp; intro meetings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365004" y="2633472"/>
            <a:ext cx="437103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First 90 days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2107" y="3026664"/>
            <a:ext cx="690623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Role ramp &amp; check-ins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2107" y="3255264"/>
            <a:ext cx="52452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90-day review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626043" y="361188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Pre-boarding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Offer,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Orientation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workspace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Training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intro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meetings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Manager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ramp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check-ins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Manager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