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5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Employee Onboarding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Employee Onboarding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064369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86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288258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2249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512148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4638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736037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027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959926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9416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183815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805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Pre-boarding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1161288"/>
            <a:ext cx="437103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Offer, contract &amp; IT setup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1389888"/>
            <a:ext cx="437103" cy="219456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1389888"/>
            <a:ext cx="437103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Day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77583" y="1783080"/>
            <a:ext cx="87421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Orientation &amp; workspace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77583" y="2011680"/>
            <a:ext cx="87421" cy="219456"/>
          </a:xfrm>
          <a:prstGeom prst="roundRect">
            <a:avLst>
              <a:gd name="adj" fmla="val 31379"/>
            </a:avLst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Week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65004" y="2404872"/>
            <a:ext cx="437103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Training &amp; intro meetings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65004" y="2633472"/>
            <a:ext cx="437103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First 90 days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2107" y="3026664"/>
            <a:ext cx="690623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Role ramp &amp; check-ins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2107" y="3255264"/>
            <a:ext cx="5245240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90-day 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626043" y="3611880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Pre-boarding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Offer,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contract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setup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Orientation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workspace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Week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Training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intro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meetings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ramp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check-ins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90-day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2026-07-18T08:31:44Z</dcterms:created>
  <dcterms:modified xsi:type="dcterms:W3CDTF">2026-07-18T08:31:44Z</dcterms:modified>
</cp:coreProperties>
</file>