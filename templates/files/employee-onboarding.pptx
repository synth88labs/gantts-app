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</p:sldIdLst>
  <p:notesMasterIdLst>
    <p:notesMasterId r:id="rId5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A85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46888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</a:rPr>
              <a:t>Employee Onboarding Plan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640080" y="356616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</a:rPr>
              <a:t>Free Gantt chart template · gantts.app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28600"/>
            <a:ext cx="11430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E293B"/>
                </a:solidFill>
              </a:rPr>
              <a:t>Employee Onboarding Plan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3840480" y="1051560"/>
            <a:ext cx="0" cy="2798064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474720" y="795528"/>
            <a:ext cx="7315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4A3B8"/>
                </a:solidFill>
              </a:rPr>
              <a:t>Aug 3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5064369" y="1051560"/>
            <a:ext cx="0" cy="2798064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698609" y="795528"/>
            <a:ext cx="7315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4A3B8"/>
                </a:solidFill>
              </a:rPr>
              <a:t>Aug 17</a:t>
            </a:r>
            <a:endParaRPr lang="en-US" sz="700" dirty="0"/>
          </a:p>
        </p:txBody>
      </p:sp>
      <p:sp>
        <p:nvSpPr>
          <p:cNvPr id="7" name="Shape 5"/>
          <p:cNvSpPr/>
          <p:nvPr/>
        </p:nvSpPr>
        <p:spPr>
          <a:xfrm>
            <a:off x="6288258" y="1051560"/>
            <a:ext cx="0" cy="2798064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922498" y="795528"/>
            <a:ext cx="7315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4A3B8"/>
                </a:solidFill>
              </a:rPr>
              <a:t>Aug 31</a:t>
            </a:r>
            <a:endParaRPr lang="en-US" sz="700" dirty="0"/>
          </a:p>
        </p:txBody>
      </p:sp>
      <p:sp>
        <p:nvSpPr>
          <p:cNvPr id="9" name="Shape 7"/>
          <p:cNvSpPr/>
          <p:nvPr/>
        </p:nvSpPr>
        <p:spPr>
          <a:xfrm>
            <a:off x="7512148" y="1051560"/>
            <a:ext cx="0" cy="2798064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146388" y="795528"/>
            <a:ext cx="7315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4A3B8"/>
                </a:solidFill>
              </a:rPr>
              <a:t>Sep 14</a:t>
            </a:r>
            <a:endParaRPr lang="en-US" sz="700" dirty="0"/>
          </a:p>
        </p:txBody>
      </p:sp>
      <p:sp>
        <p:nvSpPr>
          <p:cNvPr id="11" name="Shape 9"/>
          <p:cNvSpPr/>
          <p:nvPr/>
        </p:nvSpPr>
        <p:spPr>
          <a:xfrm>
            <a:off x="8736037" y="1051560"/>
            <a:ext cx="0" cy="2798064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370277" y="795528"/>
            <a:ext cx="7315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4A3B8"/>
                </a:solidFill>
              </a:rPr>
              <a:t>Sep 28</a:t>
            </a:r>
            <a:endParaRPr lang="en-US" sz="700" dirty="0"/>
          </a:p>
        </p:txBody>
      </p:sp>
      <p:sp>
        <p:nvSpPr>
          <p:cNvPr id="13" name="Shape 11"/>
          <p:cNvSpPr/>
          <p:nvPr/>
        </p:nvSpPr>
        <p:spPr>
          <a:xfrm>
            <a:off x="9959926" y="1051560"/>
            <a:ext cx="0" cy="2798064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594166" y="795528"/>
            <a:ext cx="7315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4A3B8"/>
                </a:solidFill>
              </a:rPr>
              <a:t>Oct 12</a:t>
            </a:r>
            <a:endParaRPr lang="en-US" sz="700" dirty="0"/>
          </a:p>
        </p:txBody>
      </p:sp>
      <p:sp>
        <p:nvSpPr>
          <p:cNvPr id="15" name="Shape 13"/>
          <p:cNvSpPr/>
          <p:nvPr/>
        </p:nvSpPr>
        <p:spPr>
          <a:xfrm>
            <a:off x="11183815" y="1051560"/>
            <a:ext cx="0" cy="2798064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0818055" y="795528"/>
            <a:ext cx="7315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4A3B8"/>
                </a:solidFill>
              </a:rPr>
              <a:t>Oct 26</a:t>
            </a:r>
            <a:endParaRPr lang="en-US" sz="700" dirty="0"/>
          </a:p>
        </p:txBody>
      </p:sp>
      <p:sp>
        <p:nvSpPr>
          <p:cNvPr id="17" name="Text 15"/>
          <p:cNvSpPr/>
          <p:nvPr/>
        </p:nvSpPr>
        <p:spPr>
          <a:xfrm>
            <a:off x="365760" y="1033272"/>
            <a:ext cx="32918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E293B"/>
                </a:solidFill>
              </a:rPr>
              <a:t>Pre-boarding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3840480" y="1161288"/>
            <a:ext cx="437103" cy="91440"/>
          </a:xfrm>
          <a:prstGeom prst="rect">
            <a:avLst/>
          </a:prstGeom>
          <a:solidFill>
            <a:srgbClr val="475569"/>
          </a:solidFill>
          <a:ln/>
        </p:spPr>
      </p:sp>
      <p:sp>
        <p:nvSpPr>
          <p:cNvPr id="19" name="Text 17"/>
          <p:cNvSpPr/>
          <p:nvPr/>
        </p:nvSpPr>
        <p:spPr>
          <a:xfrm>
            <a:off x="365760" y="1344168"/>
            <a:ext cx="32918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1E293B"/>
                </a:solidFill>
              </a:rPr>
              <a:t>Offer, contract &amp; IT setup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3840480" y="1389888"/>
            <a:ext cx="437103" cy="219456"/>
          </a:xfrm>
          <a:prstGeom prst="roundRect">
            <a:avLst>
              <a:gd name="adj" fmla="val 12500"/>
            </a:avLst>
          </a:prstGeom>
          <a:solidFill>
            <a:srgbClr val="A855F7"/>
          </a:solidFill>
          <a:ln/>
        </p:spPr>
      </p:sp>
      <p:sp>
        <p:nvSpPr>
          <p:cNvPr id="21" name="Shape 19"/>
          <p:cNvSpPr/>
          <p:nvPr/>
        </p:nvSpPr>
        <p:spPr>
          <a:xfrm>
            <a:off x="3840480" y="1389888"/>
            <a:ext cx="437103" cy="219456"/>
          </a:xfrm>
          <a:prstGeom prst="rect">
            <a:avLst/>
          </a:prstGeom>
          <a:solidFill>
            <a:srgbClr val="000000">
              <a:alpha val="22000"/>
            </a:srgbClr>
          </a:solidFill>
          <a:ln/>
        </p:spPr>
      </p:sp>
      <p:sp>
        <p:nvSpPr>
          <p:cNvPr id="22" name="Text 20"/>
          <p:cNvSpPr/>
          <p:nvPr/>
        </p:nvSpPr>
        <p:spPr>
          <a:xfrm>
            <a:off x="365760" y="1655064"/>
            <a:ext cx="32918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E293B"/>
                </a:solidFill>
              </a:rPr>
              <a:t>Day 1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4277583" y="1783080"/>
            <a:ext cx="87421" cy="91440"/>
          </a:xfrm>
          <a:prstGeom prst="rect">
            <a:avLst/>
          </a:prstGeom>
          <a:solidFill>
            <a:srgbClr val="475569"/>
          </a:solidFill>
          <a:ln/>
        </p:spPr>
      </p:sp>
      <p:sp>
        <p:nvSpPr>
          <p:cNvPr id="24" name="Text 22"/>
          <p:cNvSpPr/>
          <p:nvPr/>
        </p:nvSpPr>
        <p:spPr>
          <a:xfrm>
            <a:off x="365760" y="1965960"/>
            <a:ext cx="32918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1E293B"/>
                </a:solidFill>
              </a:rPr>
              <a:t>Orientation &amp; workspace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4277583" y="2011680"/>
            <a:ext cx="87421" cy="219456"/>
          </a:xfrm>
          <a:prstGeom prst="roundRect">
            <a:avLst>
              <a:gd name="adj" fmla="val 31379"/>
            </a:avLst>
          </a:prstGeom>
          <a:solidFill>
            <a:srgbClr val="0EA5E9"/>
          </a:solidFill>
          <a:ln/>
        </p:spPr>
      </p:sp>
      <p:sp>
        <p:nvSpPr>
          <p:cNvPr id="26" name="Text 24"/>
          <p:cNvSpPr/>
          <p:nvPr/>
        </p:nvSpPr>
        <p:spPr>
          <a:xfrm>
            <a:off x="365760" y="2276856"/>
            <a:ext cx="32918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E293B"/>
                </a:solidFill>
              </a:rPr>
              <a:t>Week 1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4365004" y="2404872"/>
            <a:ext cx="437103" cy="91440"/>
          </a:xfrm>
          <a:prstGeom prst="rect">
            <a:avLst/>
          </a:prstGeom>
          <a:solidFill>
            <a:srgbClr val="475569"/>
          </a:solidFill>
          <a:ln/>
        </p:spPr>
      </p:sp>
      <p:sp>
        <p:nvSpPr>
          <p:cNvPr id="28" name="Text 26"/>
          <p:cNvSpPr/>
          <p:nvPr/>
        </p:nvSpPr>
        <p:spPr>
          <a:xfrm>
            <a:off x="365760" y="2587752"/>
            <a:ext cx="32918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1E293B"/>
                </a:solidFill>
              </a:rPr>
              <a:t>Training &amp; intro meetings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4365004" y="2633472"/>
            <a:ext cx="437103" cy="219456"/>
          </a:xfrm>
          <a:prstGeom prst="roundRect">
            <a:avLst>
              <a:gd name="adj" fmla="val 12500"/>
            </a:avLst>
          </a:prstGeom>
          <a:solidFill>
            <a:srgbClr val="2563EB"/>
          </a:solidFill>
          <a:ln/>
        </p:spPr>
      </p:sp>
      <p:sp>
        <p:nvSpPr>
          <p:cNvPr id="30" name="Text 28"/>
          <p:cNvSpPr/>
          <p:nvPr/>
        </p:nvSpPr>
        <p:spPr>
          <a:xfrm>
            <a:off x="365760" y="2898648"/>
            <a:ext cx="32918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E293B"/>
                </a:solidFill>
              </a:rPr>
              <a:t>First 90 days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4802107" y="3026664"/>
            <a:ext cx="6906232" cy="91440"/>
          </a:xfrm>
          <a:prstGeom prst="rect">
            <a:avLst/>
          </a:prstGeom>
          <a:solidFill>
            <a:srgbClr val="475569"/>
          </a:solidFill>
          <a:ln/>
        </p:spPr>
      </p:sp>
      <p:sp>
        <p:nvSpPr>
          <p:cNvPr id="32" name="Text 30"/>
          <p:cNvSpPr/>
          <p:nvPr/>
        </p:nvSpPr>
        <p:spPr>
          <a:xfrm>
            <a:off x="365760" y="3209544"/>
            <a:ext cx="32918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1E293B"/>
                </a:solidFill>
              </a:rPr>
              <a:t>Role ramp &amp; check-ins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4802107" y="3255264"/>
            <a:ext cx="5245240" cy="219456"/>
          </a:xfrm>
          <a:prstGeom prst="roundRect">
            <a:avLst>
              <a:gd name="adj" fmla="val 12500"/>
            </a:avLst>
          </a:prstGeom>
          <a:solidFill>
            <a:srgbClr val="10B981"/>
          </a:solidFill>
          <a:ln/>
        </p:spPr>
      </p:sp>
      <p:sp>
        <p:nvSpPr>
          <p:cNvPr id="34" name="Text 32"/>
          <p:cNvSpPr/>
          <p:nvPr/>
        </p:nvSpPr>
        <p:spPr>
          <a:xfrm>
            <a:off x="365760" y="3520440"/>
            <a:ext cx="32918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i="1" dirty="0">
                <a:solidFill>
                  <a:srgbClr val="1E293B"/>
                </a:solidFill>
              </a:rPr>
              <a:t>◆ 90-day review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11626043" y="3611880"/>
            <a:ext cx="164592" cy="164592"/>
          </a:xfrm>
          <a:prstGeom prst="diamond">
            <a:avLst/>
          </a:prstGeom>
          <a:solidFill>
            <a:srgbClr val="EF4444"/>
          </a:solidFill>
          <a:ln/>
        </p:spPr>
      </p:sp>
      <p:sp>
        <p:nvSpPr>
          <p:cNvPr id="36" name="Text 34"/>
          <p:cNvSpPr/>
          <p:nvPr/>
        </p:nvSpPr>
        <p:spPr>
          <a:xfrm>
            <a:off x="365760" y="64465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94A3B8"/>
                </a:solidFill>
              </a:rPr>
              <a:t>Made free at gantts.app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2860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E293B"/>
                </a:solidFill>
              </a:rPr>
              <a:t>Task Schedule</a:t>
            </a:r>
            <a:endParaRPr lang="en-US" sz="22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822960"/>
          <a:ext cx="11430000" cy="914400"/>
        </p:xfrm>
        <a:graphic>
          <a:graphicData uri="http://schemas.openxmlformats.org/drawingml/2006/table">
            <a:tbl>
              <a:tblPr/>
              <a:tblGrid>
                <a:gridCol w="1632857"/>
                <a:gridCol w="1632857"/>
                <a:gridCol w="1632857"/>
                <a:gridCol w="1632857"/>
                <a:gridCol w="1632857"/>
                <a:gridCol w="1632857"/>
                <a:gridCol w="1632857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#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85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Task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85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Owner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85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Start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85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End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85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Days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85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%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855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1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Pre-boarding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2026-08-02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2026-08-06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5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100%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1.1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Offer,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contract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&amp;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IT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setup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HR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2026-08-02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2026-08-06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5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100%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Day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1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2026-08-07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2026-08-07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1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0%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2.1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Orientation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&amp;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workspace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HR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2026-08-07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2026-08-07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1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0%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3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Week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1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2026-08-08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2026-08-12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5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0%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3.1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Training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&amp;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intro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meetings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Manager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2026-08-08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2026-08-12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5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0%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4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First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90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days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2026-08-13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2026-10-30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79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0%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4.1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Role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ramp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&amp;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check-ins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Manager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2026-08-13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2026-10-11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60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0%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5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90-day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review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2026-10-31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2026-10-31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—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—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6" baseType="lpstr">
      <vt:lpstr>Arial</vt:lpstr>
      <vt:lpstr>Calibri</vt:lpstr>
      <vt:lpstr>Office Theme</vt:lpstr>
      <vt:lpstr>Slide 1</vt:lpstr>
      <vt:lpstr>Slide 2</vt:lpstr>
      <vt:lpstr>Slide 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2026-07-17T01:56:21Z</dcterms:created>
  <dcterms:modified xsi:type="dcterms:W3CDTF">2026-07-17T01:56:21Z</dcterms:modified>
</cp:coreProperties>
</file>