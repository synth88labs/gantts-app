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Agile Project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Agile Project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93420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684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002792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Release planning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11049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Backlog &amp; epics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110490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110490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Sprint 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45380" y="1783080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Stories — Sprint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45380" y="201168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18" name="Shape 16"/>
          <p:cNvSpPr/>
          <p:nvPr/>
        </p:nvSpPr>
        <p:spPr>
          <a:xfrm>
            <a:off x="4945380" y="2011680"/>
            <a:ext cx="17678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Sprint 1 review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072884" y="2368296"/>
            <a:ext cx="164592" cy="164592"/>
          </a:xfrm>
          <a:prstGeom prst="diamond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Sprint 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55180" y="2715768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Stories — Sprint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5180" y="2944368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22C55E"/>
          </a:solidFill>
          <a:ln/>
        </p:spPr>
      </p:sp>
      <p:sp>
        <p:nvSpPr>
          <p:cNvPr id="25" name="Shape 23"/>
          <p:cNvSpPr/>
          <p:nvPr/>
        </p:nvSpPr>
        <p:spPr>
          <a:xfrm>
            <a:off x="7155180" y="2944368"/>
            <a:ext cx="106070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Sprint 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64980" y="3337560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Stories — Sprint 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64980" y="356616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Release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1492484" y="392277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Backlog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epics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Stories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Stories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Stories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