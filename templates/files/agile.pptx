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B9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Agile Project Plan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Agile Project Plan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6934200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6844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0027920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6216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Release planning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840480" y="1161288"/>
            <a:ext cx="110490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Backlog &amp; epics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840480" y="1389888"/>
            <a:ext cx="1104900" cy="219456"/>
          </a:xfrm>
          <a:prstGeom prst="roundRect">
            <a:avLst>
              <a:gd name="adj" fmla="val 12500"/>
            </a:avLst>
          </a:prstGeom>
          <a:solidFill>
            <a:srgbClr val="64748B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0480" y="1389888"/>
            <a:ext cx="110490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Sprint 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45380" y="1783080"/>
            <a:ext cx="220980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Stories — Sprint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945380" y="2011680"/>
            <a:ext cx="1767840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18" name="Shape 16"/>
          <p:cNvSpPr/>
          <p:nvPr/>
        </p:nvSpPr>
        <p:spPr>
          <a:xfrm>
            <a:off x="4945380" y="2011680"/>
            <a:ext cx="176784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Sprint 1 review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072884" y="2368296"/>
            <a:ext cx="164592" cy="164592"/>
          </a:xfrm>
          <a:prstGeom prst="diamond">
            <a:avLst/>
          </a:prstGeom>
          <a:solidFill>
            <a:srgbClr val="0EA5E9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Sprint 2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155180" y="2715768"/>
            <a:ext cx="220980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Stories — Sprint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155180" y="2944368"/>
            <a:ext cx="1767840" cy="219456"/>
          </a:xfrm>
          <a:prstGeom prst="roundRect">
            <a:avLst>
              <a:gd name="adj" fmla="val 12500"/>
            </a:avLst>
          </a:prstGeom>
          <a:solidFill>
            <a:srgbClr val="22C55E"/>
          </a:solidFill>
          <a:ln/>
        </p:spPr>
      </p:sp>
      <p:sp>
        <p:nvSpPr>
          <p:cNvPr id="25" name="Shape 23"/>
          <p:cNvSpPr/>
          <p:nvPr/>
        </p:nvSpPr>
        <p:spPr>
          <a:xfrm>
            <a:off x="7155180" y="2944368"/>
            <a:ext cx="1060704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Sprint 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364980" y="3337560"/>
            <a:ext cx="220980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Stories — Sprint 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364980" y="3566160"/>
            <a:ext cx="1767840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Release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1492484" y="3922776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32" name="Text 30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Release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planning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Backlog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epics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PO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Sprint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Stories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Sprint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Sprint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Sprint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Stories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Sprint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Sprint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Stories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Sprint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Release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2026-07-17T01:56:21Z</dcterms:created>
  <dcterms:modified xsi:type="dcterms:W3CDTF">2026-07-17T01:56:21Z</dcterms:modified>
</cp:coreProperties>
</file>