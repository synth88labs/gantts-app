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Agile Project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Agile Project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93420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844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02792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21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Release planning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161288"/>
            <a:ext cx="110490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Backlog &amp; epics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389888"/>
            <a:ext cx="1104900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389888"/>
            <a:ext cx="110490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Sprint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45380" y="1783080"/>
            <a:ext cx="220980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Stories — Sprint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45380" y="2011680"/>
            <a:ext cx="1767840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4945380" y="2011680"/>
            <a:ext cx="176784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Sprint 1 review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72884" y="2368296"/>
            <a:ext cx="164592" cy="164592"/>
          </a:xfrm>
          <a:prstGeom prst="diamond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Sprint 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55180" y="2715768"/>
            <a:ext cx="220980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Stories — Sprint 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5180" y="2944368"/>
            <a:ext cx="1767840" cy="219456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25" name="Shape 23"/>
          <p:cNvSpPr/>
          <p:nvPr/>
        </p:nvSpPr>
        <p:spPr>
          <a:xfrm>
            <a:off x="7155180" y="2944368"/>
            <a:ext cx="106070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Sprint 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64980" y="3337560"/>
            <a:ext cx="220980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Stories — Sprint 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364980" y="3566160"/>
            <a:ext cx="1767840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Release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492484" y="3922776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Release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Backlog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epics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Sprint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Stories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Sprint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Sprint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Sprint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Stories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Sprint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Sprint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Stories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Sprint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Release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2026-07-18T08:31:44Z</dcterms:created>
  <dcterms:modified xsi:type="dcterms:W3CDTF">2026-07-18T08:31:44Z</dcterms:modified>
</cp:coreProperties>
</file>