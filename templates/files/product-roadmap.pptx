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C4C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Product Roadmap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566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Free Gantt chart template · gantts.app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Product Roadmap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840480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304538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877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17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768596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0283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31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232654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6689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14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696712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3095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28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6160770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9501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12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624828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5906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26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7088886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312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9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7552944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8718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23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8017002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5124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7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8481060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530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21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8945118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7935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4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9409176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4341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18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9873234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0747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Feb 1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0337292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97153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Feb 15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10801350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43559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1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11265408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89964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15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1729466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36370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29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65760" y="103327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Q1 — Foundation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840480" y="1161288"/>
            <a:ext cx="1988820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134416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Discovery &amp; research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840480" y="1389888"/>
            <a:ext cx="662940" cy="219456"/>
          </a:xfrm>
          <a:prstGeom prst="roundRect">
            <a:avLst>
              <a:gd name="adj" fmla="val 12500"/>
            </a:avLst>
          </a:prstGeom>
          <a:solidFill>
            <a:srgbClr val="6C4CF1"/>
          </a:solidFill>
          <a:ln/>
        </p:spPr>
      </p:sp>
      <p:sp>
        <p:nvSpPr>
          <p:cNvPr id="43" name="Shape 41"/>
          <p:cNvSpPr/>
          <p:nvPr/>
        </p:nvSpPr>
        <p:spPr>
          <a:xfrm>
            <a:off x="3840480" y="1389888"/>
            <a:ext cx="530352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365760" y="165506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Feature A: design &amp; build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337685" y="1700784"/>
            <a:ext cx="1491615" cy="219456"/>
          </a:xfrm>
          <a:prstGeom prst="roundRect">
            <a:avLst>
              <a:gd name="adj" fmla="val 12500"/>
            </a:avLst>
          </a:prstGeom>
          <a:solidFill>
            <a:srgbClr val="8B5CF6"/>
          </a:solidFill>
          <a:ln/>
        </p:spPr>
      </p:sp>
      <p:sp>
        <p:nvSpPr>
          <p:cNvPr id="46" name="Shape 44"/>
          <p:cNvSpPr/>
          <p:nvPr/>
        </p:nvSpPr>
        <p:spPr>
          <a:xfrm>
            <a:off x="4337685" y="1700784"/>
            <a:ext cx="447484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365760" y="196596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Q1 release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747004" y="2057400"/>
            <a:ext cx="164592" cy="164592"/>
          </a:xfrm>
          <a:prstGeom prst="diamond">
            <a:avLst/>
          </a:prstGeom>
          <a:solidFill>
            <a:srgbClr val="EF4444"/>
          </a:solidFill>
          <a:ln/>
        </p:spPr>
      </p:sp>
      <p:sp>
        <p:nvSpPr>
          <p:cNvPr id="49" name="Text 47"/>
          <p:cNvSpPr/>
          <p:nvPr/>
        </p:nvSpPr>
        <p:spPr>
          <a:xfrm>
            <a:off x="365760" y="227685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Q2 — Growth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829300" y="2404872"/>
            <a:ext cx="2983230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51" name="Text 49"/>
          <p:cNvSpPr/>
          <p:nvPr/>
        </p:nvSpPr>
        <p:spPr>
          <a:xfrm>
            <a:off x="365760" y="258775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Feature B: build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829300" y="2633472"/>
            <a:ext cx="1823085" cy="219456"/>
          </a:xfrm>
          <a:prstGeom prst="roundRect">
            <a:avLst>
              <a:gd name="adj" fmla="val 12500"/>
            </a:avLst>
          </a:prstGeom>
          <a:solidFill>
            <a:srgbClr val="0EA5E9"/>
          </a:solidFill>
          <a:ln/>
        </p:spPr>
      </p:sp>
      <p:sp>
        <p:nvSpPr>
          <p:cNvPr id="53" name="Text 51"/>
          <p:cNvSpPr/>
          <p:nvPr/>
        </p:nvSpPr>
        <p:spPr>
          <a:xfrm>
            <a:off x="365760" y="289864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Feature C: beta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823710" y="2944368"/>
            <a:ext cx="1325880" cy="219456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/>
        </p:spPr>
      </p:sp>
      <p:sp>
        <p:nvSpPr>
          <p:cNvPr id="55" name="Text 53"/>
          <p:cNvSpPr/>
          <p:nvPr/>
        </p:nvSpPr>
        <p:spPr>
          <a:xfrm>
            <a:off x="365760" y="320954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Q2 release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730234" y="3300984"/>
            <a:ext cx="164592" cy="164592"/>
          </a:xfrm>
          <a:prstGeom prst="diamond">
            <a:avLst/>
          </a:prstGeom>
          <a:solidFill>
            <a:srgbClr val="EF4444"/>
          </a:solidFill>
          <a:ln/>
        </p:spPr>
      </p:sp>
      <p:sp>
        <p:nvSpPr>
          <p:cNvPr id="57" name="Text 55"/>
          <p:cNvSpPr/>
          <p:nvPr/>
        </p:nvSpPr>
        <p:spPr>
          <a:xfrm>
            <a:off x="365760" y="352044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Q3 — Scale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8812530" y="3648456"/>
            <a:ext cx="2983230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59" name="Text 57"/>
          <p:cNvSpPr/>
          <p:nvPr/>
        </p:nvSpPr>
        <p:spPr>
          <a:xfrm>
            <a:off x="365760" y="383133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Platform &amp; performance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812530" y="3877056"/>
            <a:ext cx="1988820" cy="219456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</p:spPr>
      </p:sp>
      <p:sp>
        <p:nvSpPr>
          <p:cNvPr id="61" name="Text 59"/>
          <p:cNvSpPr/>
          <p:nvPr/>
        </p:nvSpPr>
        <p:spPr>
          <a:xfrm>
            <a:off x="365760" y="414223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Integrations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9806940" y="4187952"/>
            <a:ext cx="1657350" cy="219456"/>
          </a:xfrm>
          <a:prstGeom prst="roundRect">
            <a:avLst>
              <a:gd name="adj" fmla="val 12500"/>
            </a:avLst>
          </a:prstGeom>
          <a:solidFill>
            <a:srgbClr val="EC4899"/>
          </a:solidFill>
          <a:ln/>
        </p:spPr>
      </p:sp>
      <p:sp>
        <p:nvSpPr>
          <p:cNvPr id="63" name="Text 61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Made free at gantts.app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Task Schedule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11430000" cy="914400"/>
        </p:xfrm>
        <a:graphic>
          <a:graphicData uri="http://schemas.openxmlformats.org/drawingml/2006/table">
            <a:tbl>
              <a:tblPr/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C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C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C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C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C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C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C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Q1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Foundation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Discovery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research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Product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Feature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A: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design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build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Q1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release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Q2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Growth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Feature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B: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build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Feature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C: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beta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2026-10-31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2026-12-09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Q2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release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Q3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Scale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2027-03-29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Platform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performance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2027-02-27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Integrations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2027-01-29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2027-03-19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2026-07-17T01:56:21Z</dcterms:created>
  <dcterms:modified xsi:type="dcterms:W3CDTF">2026-07-17T01:56:21Z</dcterms:modified>
</cp:coreProperties>
</file>