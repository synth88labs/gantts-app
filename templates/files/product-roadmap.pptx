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Product Roadmap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Product Roadmap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30453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877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76859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28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23265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689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69671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09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16077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9501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62482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90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708888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312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55294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8718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01700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5124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48106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53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94511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7935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940917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434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87323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74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033729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715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80135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355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26540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172946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36370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Q1 — Foundation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840480" y="116128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Discovery &amp; research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840480" y="1389888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43" name="Shape 41"/>
          <p:cNvSpPr/>
          <p:nvPr/>
        </p:nvSpPr>
        <p:spPr>
          <a:xfrm>
            <a:off x="3840480" y="1389888"/>
            <a:ext cx="53035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A: design &amp; build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337685" y="1700784"/>
            <a:ext cx="1491615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37685" y="1700784"/>
            <a:ext cx="44748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Q1 release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47004" y="205740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Q2 — Growth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829300" y="2404872"/>
            <a:ext cx="298323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B: build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29300" y="2633472"/>
            <a:ext cx="1823085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C: beta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23710" y="2944368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Q2 release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30234" y="330098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Q3 — Scale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812530" y="3648456"/>
            <a:ext cx="298323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9" name="Text 57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Platform &amp; performance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812530" y="3877056"/>
            <a:ext cx="198882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806940" y="4187952"/>
            <a:ext cx="165735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Discovery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Growth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beta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Q3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Platform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performance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