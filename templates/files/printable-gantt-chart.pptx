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Printable Gantt Chart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Printable Gantt Chart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43525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891177" y="1051560"/>
            <a:ext cx="0" cy="43525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2541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941875" y="1051560"/>
            <a:ext cx="0" cy="43525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611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992572" y="1051560"/>
            <a:ext cx="0" cy="43525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681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043269" y="1051560"/>
            <a:ext cx="0" cy="43525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7750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9093967" y="1051560"/>
            <a:ext cx="0" cy="43525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2820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144664" y="1051560"/>
            <a:ext cx="0" cy="43525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7890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1195362" y="1051560"/>
            <a:ext cx="0" cy="43525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2960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Phase 1 — Plan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0" y="1161288"/>
            <a:ext cx="150099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Define scope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0" y="1389888"/>
            <a:ext cx="600398" cy="219456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3" name="Shape 21"/>
          <p:cNvSpPr/>
          <p:nvPr/>
        </p:nvSpPr>
        <p:spPr>
          <a:xfrm>
            <a:off x="3840480" y="1389888"/>
            <a:ext cx="600398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Agree timeline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40878" y="1700784"/>
            <a:ext cx="900598" cy="219456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26" name="Shape 24"/>
          <p:cNvSpPr/>
          <p:nvPr/>
        </p:nvSpPr>
        <p:spPr>
          <a:xfrm>
            <a:off x="4440878" y="1700784"/>
            <a:ext cx="900598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Plan approved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59180" y="2057400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Phase 2 — Prepare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41476" y="2404872"/>
            <a:ext cx="187624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Gather inputs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41476" y="2633472"/>
            <a:ext cx="900598" cy="219456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33" name="Shape 31"/>
          <p:cNvSpPr/>
          <p:nvPr/>
        </p:nvSpPr>
        <p:spPr>
          <a:xfrm>
            <a:off x="5341476" y="2633472"/>
            <a:ext cx="900598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Set up tools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91974" y="2944368"/>
            <a:ext cx="1125747" cy="219456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1974" y="2944368"/>
            <a:ext cx="450299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Phase 3 — Deliver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17722" y="3337560"/>
            <a:ext cx="3001992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Main workstream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17722" y="3566160"/>
            <a:ext cx="2251494" cy="219456"/>
          </a:xfrm>
          <a:prstGeom prst="roundRect">
            <a:avLst>
              <a:gd name="adj" fmla="val 12500"/>
            </a:avLst>
          </a:prstGeom>
          <a:solidFill>
            <a:srgbClr val="EA580C"/>
          </a:solidFill>
          <a:ln/>
        </p:spPr>
      </p:sp>
      <p:sp>
        <p:nvSpPr>
          <p:cNvPr id="41" name="Shape 39"/>
          <p:cNvSpPr/>
          <p:nvPr/>
        </p:nvSpPr>
        <p:spPr>
          <a:xfrm>
            <a:off x="7217722" y="3566160"/>
            <a:ext cx="562874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Review &amp; revise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244066" y="3877056"/>
            <a:ext cx="975648" cy="219456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1422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Phase 4 — Close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219714" y="4270248"/>
            <a:ext cx="150099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45312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Final checks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219714" y="4498848"/>
            <a:ext cx="750498" cy="219456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47640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Handover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970212" y="4809744"/>
            <a:ext cx="750498" cy="219456"/>
          </a:xfrm>
          <a:prstGeom prst="roundRect">
            <a:avLst>
              <a:gd name="adj" fmla="val 12500"/>
            </a:avLst>
          </a:prstGeom>
          <a:solidFill>
            <a:srgbClr val="14B8A6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507492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Complete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1638414" y="5166360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Phase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Define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scope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Agree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timeline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Phase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Prepare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Gather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inputs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up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tools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Phase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Deliver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Main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workstream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Phase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Close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Final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checks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Handover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2026-07-18T08:31:45Z</dcterms:created>
  <dcterms:modified xsi:type="dcterms:W3CDTF">2026-07-18T08:31:45Z</dcterms:modified>
</cp:coreProperties>
</file>