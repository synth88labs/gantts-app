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Simple Project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Simple Project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124358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0801350" y="1051560"/>
            <a:ext cx="0" cy="124358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355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Plan the work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0" y="1078992"/>
            <a:ext cx="1988820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3840480" y="1078992"/>
            <a:ext cx="198882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Do the work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29300" y="1389888"/>
            <a:ext cx="397764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5829300" y="1389888"/>
            <a:ext cx="15910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Review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806940" y="1700784"/>
            <a:ext cx="1491615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Done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1216259" y="2057400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