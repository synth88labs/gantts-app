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Simple Project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Simple Project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124358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0801350" y="1051560"/>
            <a:ext cx="0" cy="124358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3559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Plan the work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0" y="1078992"/>
            <a:ext cx="1988820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0" y="1078992"/>
            <a:ext cx="1988820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Do the work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29300" y="1389888"/>
            <a:ext cx="3977640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5829300" y="1389888"/>
            <a:ext cx="1591056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Review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806940" y="1700784"/>
            <a:ext cx="1491615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Done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216259" y="2057400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Do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You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2026-07-18T08:12:38Z</dcterms:created>
  <dcterms:modified xsi:type="dcterms:W3CDTF">2026-07-18T08:12:38Z</dcterms:modified>
</cp:coreProperties>
</file>