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Dissertation Timeline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Dissertation Timeline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16237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9661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48426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850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80615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039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2804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228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28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44993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8417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77182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0606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26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09371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2795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9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41560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4984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23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73748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172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7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05937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361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21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38126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1550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4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70315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3739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18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802504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5928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34693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8117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15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66882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0306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899071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2495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15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31260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4684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29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963449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6873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12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95638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9062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26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027827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1251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10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60016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3440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24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092205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55629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7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124394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87818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21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156583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20007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5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65760" y="1033272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Topic &amp; proposal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840480" y="1119146"/>
            <a:ext cx="1149607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5" name="Text 53"/>
          <p:cNvSpPr/>
          <p:nvPr/>
        </p:nvSpPr>
        <p:spPr>
          <a:xfrm>
            <a:off x="365760" y="1259884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Topic selection &amp; reading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840480" y="1305604"/>
            <a:ext cx="574803" cy="135172"/>
          </a:xfrm>
          <a:prstGeom prst="roundRect">
            <a:avLst>
              <a:gd name="adj" fmla="val 20294"/>
            </a:avLst>
          </a:prstGeom>
          <a:solidFill>
            <a:srgbClr val="64748B"/>
          </a:solidFill>
          <a:ln/>
        </p:spPr>
      </p:sp>
      <p:sp>
        <p:nvSpPr>
          <p:cNvPr id="57" name="Shape 55"/>
          <p:cNvSpPr/>
          <p:nvPr/>
        </p:nvSpPr>
        <p:spPr>
          <a:xfrm>
            <a:off x="3840480" y="1305604"/>
            <a:ext cx="574803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365760" y="1486496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Research questions &amp; design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300323" y="1532216"/>
            <a:ext cx="459843" cy="135172"/>
          </a:xfrm>
          <a:prstGeom prst="roundRect">
            <a:avLst>
              <a:gd name="adj" fmla="val 20294"/>
            </a:avLst>
          </a:prstGeom>
          <a:solidFill>
            <a:srgbClr val="94A3B8"/>
          </a:solidFill>
          <a:ln/>
        </p:spPr>
      </p:sp>
      <p:sp>
        <p:nvSpPr>
          <p:cNvPr id="60" name="Shape 58"/>
          <p:cNvSpPr/>
          <p:nvPr/>
        </p:nvSpPr>
        <p:spPr>
          <a:xfrm>
            <a:off x="4300323" y="1532216"/>
            <a:ext cx="459843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365760" y="1713109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Proposal written &amp; submitted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14181" y="1758829"/>
            <a:ext cx="275906" cy="135172"/>
          </a:xfrm>
          <a:prstGeom prst="roundRect">
            <a:avLst>
              <a:gd name="adj" fmla="val 20294"/>
            </a:avLst>
          </a:prstGeom>
          <a:solidFill>
            <a:srgbClr val="0D9488"/>
          </a:solidFill>
          <a:ln/>
        </p:spPr>
      </p:sp>
      <p:sp>
        <p:nvSpPr>
          <p:cNvPr id="63" name="Shape 61"/>
          <p:cNvSpPr/>
          <p:nvPr/>
        </p:nvSpPr>
        <p:spPr>
          <a:xfrm>
            <a:off x="4714181" y="1758829"/>
            <a:ext cx="275906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1939721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Proposal approved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907791" y="1989019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66" name="Text 64"/>
          <p:cNvSpPr/>
          <p:nvPr/>
        </p:nvSpPr>
        <p:spPr>
          <a:xfrm>
            <a:off x="365760" y="2166333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Literature review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415283" y="2252207"/>
            <a:ext cx="2069292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8" name="Text 66"/>
          <p:cNvSpPr/>
          <p:nvPr/>
        </p:nvSpPr>
        <p:spPr>
          <a:xfrm>
            <a:off x="365760" y="2392945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Systematic search &amp; reading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415283" y="2438665"/>
            <a:ext cx="1149607" cy="135172"/>
          </a:xfrm>
          <a:prstGeom prst="roundRect">
            <a:avLst>
              <a:gd name="adj" fmla="val 20294"/>
            </a:avLst>
          </a:prstGeom>
          <a:solidFill>
            <a:srgbClr val="2563EB"/>
          </a:solidFill>
          <a:ln/>
        </p:spPr>
      </p:sp>
      <p:sp>
        <p:nvSpPr>
          <p:cNvPr id="70" name="Shape 68"/>
          <p:cNvSpPr/>
          <p:nvPr/>
        </p:nvSpPr>
        <p:spPr>
          <a:xfrm>
            <a:off x="4415283" y="2438665"/>
            <a:ext cx="919686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365760" y="2619557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Synthesis &amp; review chapter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449930" y="2665277"/>
            <a:ext cx="1034646" cy="135172"/>
          </a:xfrm>
          <a:prstGeom prst="roundRect">
            <a:avLst>
              <a:gd name="adj" fmla="val 20294"/>
            </a:avLst>
          </a:prstGeom>
          <a:solidFill>
            <a:srgbClr val="3B82F6"/>
          </a:solidFill>
          <a:ln/>
        </p:spPr>
      </p:sp>
      <p:sp>
        <p:nvSpPr>
          <p:cNvPr id="73" name="Shape 71"/>
          <p:cNvSpPr/>
          <p:nvPr/>
        </p:nvSpPr>
        <p:spPr>
          <a:xfrm>
            <a:off x="5449930" y="2665277"/>
            <a:ext cx="413858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365760" y="2846169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Methodology &amp; ethics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990087" y="2932043"/>
            <a:ext cx="1264568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6" name="Text 74"/>
          <p:cNvSpPr/>
          <p:nvPr/>
        </p:nvSpPr>
        <p:spPr>
          <a:xfrm>
            <a:off x="365760" y="3072782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Method &amp; instrument design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990087" y="3118502"/>
            <a:ext cx="689764" cy="135172"/>
          </a:xfrm>
          <a:prstGeom prst="roundRect">
            <a:avLst>
              <a:gd name="adj" fmla="val 20294"/>
            </a:avLst>
          </a:prstGeom>
          <a:solidFill>
            <a:srgbClr val="A855F7"/>
          </a:solidFill>
          <a:ln/>
        </p:spPr>
      </p:sp>
      <p:sp>
        <p:nvSpPr>
          <p:cNvPr id="78" name="Shape 76"/>
          <p:cNvSpPr/>
          <p:nvPr/>
        </p:nvSpPr>
        <p:spPr>
          <a:xfrm>
            <a:off x="4990087" y="3118502"/>
            <a:ext cx="482835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365760" y="3299394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Ethics submission &amp; review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564890" y="3345114"/>
            <a:ext cx="689764" cy="135172"/>
          </a:xfrm>
          <a:prstGeom prst="roundRect">
            <a:avLst>
              <a:gd name="adj" fmla="val 20294"/>
            </a:avLst>
          </a:prstGeom>
          <a:solidFill>
            <a:srgbClr val="C084FC"/>
          </a:solidFill>
          <a:ln/>
        </p:spPr>
      </p:sp>
      <p:sp>
        <p:nvSpPr>
          <p:cNvPr id="81" name="Shape 79"/>
          <p:cNvSpPr/>
          <p:nvPr/>
        </p:nvSpPr>
        <p:spPr>
          <a:xfrm>
            <a:off x="5564890" y="3345114"/>
            <a:ext cx="206929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365760" y="3526006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Ethics approval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172359" y="3575304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84" name="Text 82"/>
          <p:cNvSpPr/>
          <p:nvPr/>
        </p:nvSpPr>
        <p:spPr>
          <a:xfrm>
            <a:off x="365760" y="3752618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Data collection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254655" y="3838492"/>
            <a:ext cx="2069292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86" name="Text 84"/>
          <p:cNvSpPr/>
          <p:nvPr/>
        </p:nvSpPr>
        <p:spPr>
          <a:xfrm>
            <a:off x="365760" y="3979230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Recruitment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254655" y="4024950"/>
            <a:ext cx="689764" cy="135172"/>
          </a:xfrm>
          <a:prstGeom prst="roundRect">
            <a:avLst>
              <a:gd name="adj" fmla="val 20294"/>
            </a:avLst>
          </a:prstGeom>
          <a:solidFill>
            <a:srgbClr val="EA580C"/>
          </a:solidFill>
          <a:ln/>
        </p:spPr>
      </p:sp>
      <p:sp>
        <p:nvSpPr>
          <p:cNvPr id="88" name="Text 86"/>
          <p:cNvSpPr/>
          <p:nvPr/>
        </p:nvSpPr>
        <p:spPr>
          <a:xfrm>
            <a:off x="365760" y="4205842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Fieldwork / data gathering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714497" y="4251562"/>
            <a:ext cx="1609450" cy="135172"/>
          </a:xfrm>
          <a:prstGeom prst="roundRect">
            <a:avLst>
              <a:gd name="adj" fmla="val 20294"/>
            </a:avLst>
          </a:prstGeom>
          <a:solidFill>
            <a:srgbClr val="F97316"/>
          </a:solidFill>
          <a:ln/>
        </p:spPr>
      </p:sp>
      <p:sp>
        <p:nvSpPr>
          <p:cNvPr id="90" name="Text 88"/>
          <p:cNvSpPr/>
          <p:nvPr/>
        </p:nvSpPr>
        <p:spPr>
          <a:xfrm>
            <a:off x="365760" y="4432455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Analysis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8208986" y="4518329"/>
            <a:ext cx="1379528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2" name="Text 90"/>
          <p:cNvSpPr/>
          <p:nvPr/>
        </p:nvSpPr>
        <p:spPr>
          <a:xfrm>
            <a:off x="365760" y="4659067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Data cleaning &amp; coding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8208986" y="4704787"/>
            <a:ext cx="574803" cy="135172"/>
          </a:xfrm>
          <a:prstGeom prst="roundRect">
            <a:avLst>
              <a:gd name="adj" fmla="val 20294"/>
            </a:avLst>
          </a:prstGeom>
          <a:solidFill>
            <a:srgbClr val="0EA5E9"/>
          </a:solidFill>
          <a:ln/>
        </p:spPr>
      </p:sp>
      <p:sp>
        <p:nvSpPr>
          <p:cNvPr id="94" name="Text 92"/>
          <p:cNvSpPr/>
          <p:nvPr/>
        </p:nvSpPr>
        <p:spPr>
          <a:xfrm>
            <a:off x="365760" y="4885679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Analysis &amp; results write-up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8714813" y="4931399"/>
            <a:ext cx="873701" cy="135172"/>
          </a:xfrm>
          <a:prstGeom prst="roundRect">
            <a:avLst>
              <a:gd name="adj" fmla="val 20294"/>
            </a:avLst>
          </a:prstGeom>
          <a:solidFill>
            <a:srgbClr val="38BDF8"/>
          </a:solidFill>
          <a:ln/>
        </p:spPr>
      </p:sp>
      <p:sp>
        <p:nvSpPr>
          <p:cNvPr id="96" name="Text 94"/>
          <p:cNvSpPr/>
          <p:nvPr/>
        </p:nvSpPr>
        <p:spPr>
          <a:xfrm>
            <a:off x="365760" y="5112291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Drafting &amp; submission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9358593" y="5198165"/>
            <a:ext cx="2414175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8" name="Text 96"/>
          <p:cNvSpPr/>
          <p:nvPr/>
        </p:nvSpPr>
        <p:spPr>
          <a:xfrm>
            <a:off x="365760" y="5338903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Full draft to supervisor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9358593" y="5384623"/>
            <a:ext cx="919686" cy="135172"/>
          </a:xfrm>
          <a:prstGeom prst="roundRect">
            <a:avLst>
              <a:gd name="adj" fmla="val 20294"/>
            </a:avLst>
          </a:prstGeom>
          <a:solidFill>
            <a:srgbClr val="9333EA"/>
          </a:solidFill>
          <a:ln/>
        </p:spPr>
      </p:sp>
      <p:sp>
        <p:nvSpPr>
          <p:cNvPr id="100" name="Text 98"/>
          <p:cNvSpPr/>
          <p:nvPr/>
        </p:nvSpPr>
        <p:spPr>
          <a:xfrm>
            <a:off x="365760" y="5565515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Supervisor feedback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10278279" y="5611235"/>
            <a:ext cx="459843" cy="135172"/>
          </a:xfrm>
          <a:prstGeom prst="roundRect">
            <a:avLst>
              <a:gd name="adj" fmla="val 20294"/>
            </a:avLst>
          </a:prstGeom>
          <a:solidFill>
            <a:srgbClr val="C084FC"/>
          </a:solidFill>
          <a:ln/>
        </p:spPr>
      </p:sp>
      <p:sp>
        <p:nvSpPr>
          <p:cNvPr id="102" name="Text 100"/>
          <p:cNvSpPr/>
          <p:nvPr/>
        </p:nvSpPr>
        <p:spPr>
          <a:xfrm>
            <a:off x="365760" y="5792128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Revisions &amp; formatting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10738122" y="5837848"/>
            <a:ext cx="804725" cy="135172"/>
          </a:xfrm>
          <a:prstGeom prst="roundRect">
            <a:avLst>
              <a:gd name="adj" fmla="val 20294"/>
            </a:avLst>
          </a:prstGeom>
          <a:solidFill>
            <a:srgbClr val="9333EA"/>
          </a:solidFill>
          <a:ln/>
        </p:spPr>
      </p:sp>
      <p:sp>
        <p:nvSpPr>
          <p:cNvPr id="104" name="Text 102"/>
          <p:cNvSpPr/>
          <p:nvPr/>
        </p:nvSpPr>
        <p:spPr>
          <a:xfrm>
            <a:off x="365760" y="6018740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Submitted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11690472" y="6068038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106" name="Text 104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Topic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proposal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Topic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selection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reading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Research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questions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Proposal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written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submitted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Proposal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approved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Literature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Systematic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search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reading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Synthesis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review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chapter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Methodology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ethics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Method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instrument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Ethics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submission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Committee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Ethics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approval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collection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Recruitment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Fieldwork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gathering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Analysis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2027-04-08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cleaning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coding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Analysis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results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write-up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2027-04-08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Drafting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submission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2027-07-12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Full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draft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supervisor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2027-05-08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Supervisor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feedback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Supervisor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2027-05-09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2027-05-28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5720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Revisions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formatting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2027-05-29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2027-07-02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Submitted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2027-07-13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2027-07-13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2026-07-18T08:12:38Z</dcterms:created>
  <dcterms:modified xsi:type="dcterms:W3CDTF">2026-07-18T08:12:38Z</dcterms:modified>
</cp:coreProperties>
</file>