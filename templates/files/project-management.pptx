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Management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Project Management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663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56917" y="1051560"/>
            <a:ext cx="0" cy="4663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15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273354" y="1051560"/>
            <a:ext cx="0" cy="4663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075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Initiation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161288"/>
            <a:ext cx="116418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Define scope &amp; goals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389888"/>
            <a:ext cx="582094" cy="219456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89888"/>
            <a:ext cx="58209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Stakeholder sign-off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22574" y="1700784"/>
            <a:ext cx="582094" cy="219456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2574" y="1700784"/>
            <a:ext cx="58209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Kickoff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22371" y="2057400"/>
            <a:ext cx="164592" cy="164592"/>
          </a:xfrm>
          <a:prstGeom prst="diamond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Planning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04667" y="2404872"/>
            <a:ext cx="194031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 breakdown &amp; schedule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4667" y="2633472"/>
            <a:ext cx="970156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5004667" y="2633472"/>
            <a:ext cx="679109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Resource &amp; budget plan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86761" y="2944368"/>
            <a:ext cx="970156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5586761" y="2944368"/>
            <a:ext cx="38806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Execution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4980" y="3337560"/>
            <a:ext cx="388062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Deliver workstream 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4980" y="3566160"/>
            <a:ext cx="2328375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4980" y="3566160"/>
            <a:ext cx="34925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Deliver workstream 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33042" y="3877056"/>
            <a:ext cx="2716437" cy="219456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34" name="Shape 32"/>
          <p:cNvSpPr/>
          <p:nvPr/>
        </p:nvSpPr>
        <p:spPr>
          <a:xfrm>
            <a:off x="7333042" y="3877056"/>
            <a:ext cx="13582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Monitoring &amp; Control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4980" y="4270248"/>
            <a:ext cx="388062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Status reporting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4980" y="4498848"/>
            <a:ext cx="3880624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Closure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825604" y="4892040"/>
            <a:ext cx="97015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5074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Handover &amp; retrospective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825604" y="5120640"/>
            <a:ext cx="776125" cy="219456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53858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Project close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519433" y="547725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Define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Stakeholder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sign-off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Sponsor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Kickoff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breakdown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schedule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Execution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Monitoring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reporting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Handover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retrospective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