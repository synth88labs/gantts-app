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Weekly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Weekly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186537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Monday — kickoff &amp; planning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0" y="1078992"/>
            <a:ext cx="1591056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0" y="1078992"/>
            <a:ext cx="159105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Tuesday — deep work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31536" y="1389888"/>
            <a:ext cx="1591056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10" name="Shape 8"/>
          <p:cNvSpPr/>
          <p:nvPr/>
        </p:nvSpPr>
        <p:spPr>
          <a:xfrm>
            <a:off x="5431536" y="1389888"/>
            <a:ext cx="95463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Wednesday — build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22592" y="1700784"/>
            <a:ext cx="3182112" cy="219456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022592" y="1700784"/>
            <a:ext cx="95463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Thursday — review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13648" y="2011680"/>
            <a:ext cx="1591056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Friday — ship &amp; wrap-up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204704" y="2322576"/>
            <a:ext cx="1591056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Week complete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122408" y="2679192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kickoff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Tuesday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deep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Wednesday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Thursday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Friday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ship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wrap-up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Week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