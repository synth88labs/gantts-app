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Weekly Plan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Free Gantt chart template · gantts.app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Weekly Plan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840480" y="1051560"/>
            <a:ext cx="0" cy="186537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365760" y="103327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Monday — kickoff &amp; planning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840480" y="1078992"/>
            <a:ext cx="1591056" cy="219456"/>
          </a:xfrm>
          <a:prstGeom prst="roundRect">
            <a:avLst>
              <a:gd name="adj" fmla="val 12500"/>
            </a:avLst>
          </a:prstGeom>
          <a:solidFill>
            <a:srgbClr val="2563EB"/>
          </a:solidFill>
          <a:ln/>
        </p:spPr>
      </p:sp>
      <p:sp>
        <p:nvSpPr>
          <p:cNvPr id="7" name="Shape 5"/>
          <p:cNvSpPr/>
          <p:nvPr/>
        </p:nvSpPr>
        <p:spPr>
          <a:xfrm>
            <a:off x="3840480" y="1078992"/>
            <a:ext cx="1591056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34416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Tuesday — deep work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31536" y="1389888"/>
            <a:ext cx="1591056" cy="219456"/>
          </a:xfrm>
          <a:prstGeom prst="roundRect">
            <a:avLst>
              <a:gd name="adj" fmla="val 12500"/>
            </a:avLst>
          </a:prstGeom>
          <a:solidFill>
            <a:srgbClr val="0EA5E9"/>
          </a:solidFill>
          <a:ln/>
        </p:spPr>
      </p:sp>
      <p:sp>
        <p:nvSpPr>
          <p:cNvPr id="10" name="Shape 8"/>
          <p:cNvSpPr/>
          <p:nvPr/>
        </p:nvSpPr>
        <p:spPr>
          <a:xfrm>
            <a:off x="5431536" y="1389888"/>
            <a:ext cx="954634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65506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Wednesday — build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022592" y="1700784"/>
            <a:ext cx="3182112" cy="219456"/>
          </a:xfrm>
          <a:prstGeom prst="roundRect">
            <a:avLst>
              <a:gd name="adj" fmla="val 12500"/>
            </a:avLst>
          </a:prstGeom>
          <a:solidFill>
            <a:srgbClr val="8B5CF6"/>
          </a:solidFill>
          <a:ln/>
        </p:spPr>
      </p:sp>
      <p:sp>
        <p:nvSpPr>
          <p:cNvPr id="13" name="Shape 11"/>
          <p:cNvSpPr/>
          <p:nvPr/>
        </p:nvSpPr>
        <p:spPr>
          <a:xfrm>
            <a:off x="7022592" y="1700784"/>
            <a:ext cx="954634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196596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Thursday — review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613648" y="2011680"/>
            <a:ext cx="1591056" cy="219456"/>
          </a:xfrm>
          <a:prstGeom prst="roundRect">
            <a:avLst>
              <a:gd name="adj" fmla="val 12500"/>
            </a:avLst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227685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Friday — ship &amp; wrap-up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0204704" y="2322576"/>
            <a:ext cx="1591056" cy="219456"/>
          </a:xfrm>
          <a:prstGeom prst="roundRect">
            <a:avLst>
              <a:gd name="adj" fmla="val 12500"/>
            </a:avLst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258775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Week complete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0122408" y="2679192"/>
            <a:ext cx="164592" cy="164592"/>
          </a:xfrm>
          <a:prstGeom prst="diamond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Made free at gantts.app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Task Schedule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Start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Days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Monday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kickoff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planning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You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Tuesday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deep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work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You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Wednesday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build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Team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Thursday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review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Team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Friday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ship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wrap-up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You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Week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complete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2026-07-18T08:31:44Z</dcterms:created>
  <dcterms:modified xsi:type="dcterms:W3CDTF">2026-07-18T08:31:44Z</dcterms:modified>
</cp:coreProperties>
</file>