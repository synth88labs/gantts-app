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94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Research / Thesis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Research / Thesis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792394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2663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74430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85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696222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04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7648135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8237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8600049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428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9551963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620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0503877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3811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455791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09003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Proposal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0" y="1161288"/>
            <a:ext cx="142787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Literature review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40480" y="1389888"/>
            <a:ext cx="951914" cy="219456"/>
          </a:xfrm>
          <a:prstGeom prst="roundRect">
            <a:avLst>
              <a:gd name="adj" fmla="val 12500"/>
            </a:avLst>
          </a:prstGeom>
          <a:solidFill>
            <a:srgbClr val="0D9488"/>
          </a:solidFill>
          <a:ln/>
        </p:spPr>
      </p:sp>
      <p:sp>
        <p:nvSpPr>
          <p:cNvPr id="25" name="Shape 23"/>
          <p:cNvSpPr/>
          <p:nvPr/>
        </p:nvSpPr>
        <p:spPr>
          <a:xfrm>
            <a:off x="3840480" y="1389888"/>
            <a:ext cx="95191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Research question &amp;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92394" y="1700784"/>
            <a:ext cx="475957" cy="219456"/>
          </a:xfrm>
          <a:prstGeom prst="roundRect">
            <a:avLst>
              <a:gd name="adj" fmla="val 12500"/>
            </a:avLst>
          </a:prstGeom>
          <a:solidFill>
            <a:srgbClr val="0D9488"/>
          </a:solidFill>
          <a:ln/>
        </p:spPr>
      </p:sp>
      <p:sp>
        <p:nvSpPr>
          <p:cNvPr id="28" name="Shape 26"/>
          <p:cNvSpPr/>
          <p:nvPr/>
        </p:nvSpPr>
        <p:spPr>
          <a:xfrm>
            <a:off x="4792394" y="1700784"/>
            <a:ext cx="42836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Proposal approved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86055" y="2057400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Data collection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68351" y="2404872"/>
            <a:ext cx="271975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methodology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68351" y="2633472"/>
            <a:ext cx="67993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5" name="Shape 33"/>
          <p:cNvSpPr/>
          <p:nvPr/>
        </p:nvSpPr>
        <p:spPr>
          <a:xfrm>
            <a:off x="5268351" y="2633472"/>
            <a:ext cx="27197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Fieldwork / experiments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48289" y="2944368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8289" y="2944368"/>
            <a:ext cx="10199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Analysis &amp; Writing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988105" y="3337560"/>
            <a:ext cx="305972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analysis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88105" y="3566160"/>
            <a:ext cx="1359877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Write chapters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940018" y="3877056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Submission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1047828" y="4270248"/>
            <a:ext cx="67993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Revisions &amp; proofread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1047828" y="4498848"/>
            <a:ext cx="543951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Submit thesis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1645470" y="485546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Literature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question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collection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methodology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Fieldwork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experiments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chapters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Revisions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proofread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