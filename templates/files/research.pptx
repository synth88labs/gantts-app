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Research / Thesis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Research / Thesis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792394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2663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744308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854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696222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046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648135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237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600049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42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551963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620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03877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381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1455791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9003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Proposal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1161288"/>
            <a:ext cx="142787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Literature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0" y="1389888"/>
            <a:ext cx="951914" cy="219456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0" y="1389888"/>
            <a:ext cx="95191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Research question &amp; proposal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92394" y="1700784"/>
            <a:ext cx="475957" cy="219456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4792394" y="1700784"/>
            <a:ext cx="428361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Proposal approved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86055" y="2057400"/>
            <a:ext cx="164592" cy="164592"/>
          </a:xfrm>
          <a:prstGeom prst="diamond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68351" y="2404872"/>
            <a:ext cx="271975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Design methodology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68351" y="2633472"/>
            <a:ext cx="679938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35" name="Shape 33"/>
          <p:cNvSpPr/>
          <p:nvPr/>
        </p:nvSpPr>
        <p:spPr>
          <a:xfrm>
            <a:off x="5268351" y="2633472"/>
            <a:ext cx="271975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Fieldwork / experiments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8289" y="2944368"/>
            <a:ext cx="2039815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8289" y="2944368"/>
            <a:ext cx="101991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Analysis &amp; Writing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88105" y="3337560"/>
            <a:ext cx="3059723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88105" y="3566160"/>
            <a:ext cx="1359877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Write chapters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940018" y="3877056"/>
            <a:ext cx="2039815" cy="219456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Submission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1047828" y="4270248"/>
            <a:ext cx="679938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Revisions &amp; proofread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047828" y="4498848"/>
            <a:ext cx="543951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764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Submit thesis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645470" y="485546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Literature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Research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question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collection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methodology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Fieldwork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experiments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chapters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Revisions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proofread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thesis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