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5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Product Launch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Product Launch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6696222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3046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9551963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8620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Strategy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0" y="1161288"/>
            <a:ext cx="203981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Market &amp; competitor research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389888"/>
            <a:ext cx="1019908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389888"/>
            <a:ext cx="101990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Positioning &amp; messaging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60388" y="1700784"/>
            <a:ext cx="1019908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16" name="Shape 14"/>
          <p:cNvSpPr/>
          <p:nvPr/>
        </p:nvSpPr>
        <p:spPr>
          <a:xfrm>
            <a:off x="4860388" y="1700784"/>
            <a:ext cx="713935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Product readiness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880295" y="2093976"/>
            <a:ext cx="326370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Finalize product &amp; beta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880295" y="2322576"/>
            <a:ext cx="2447778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21" name="Shape 19"/>
          <p:cNvSpPr/>
          <p:nvPr/>
        </p:nvSpPr>
        <p:spPr>
          <a:xfrm>
            <a:off x="5880295" y="2322576"/>
            <a:ext cx="110150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Pricing &amp; packaging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696222" y="2633472"/>
            <a:ext cx="1223889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24" name="Shape 22"/>
          <p:cNvSpPr/>
          <p:nvPr/>
        </p:nvSpPr>
        <p:spPr>
          <a:xfrm>
            <a:off x="6696222" y="2633472"/>
            <a:ext cx="24477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Go-to-market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104185" y="3026664"/>
            <a:ext cx="2855742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Marketing assets &amp; content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04185" y="3255264"/>
            <a:ext cx="2039815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29" name="Shape 27"/>
          <p:cNvSpPr/>
          <p:nvPr/>
        </p:nvSpPr>
        <p:spPr>
          <a:xfrm>
            <a:off x="7104185" y="3255264"/>
            <a:ext cx="407963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PR &amp; email campaign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328074" y="3566160"/>
            <a:ext cx="1631852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Sales enablement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328074" y="3877056"/>
            <a:ext cx="1223889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Launch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959926" y="4270248"/>
            <a:ext cx="1223889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Pre-launch checklist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959926" y="4498848"/>
            <a:ext cx="611945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476402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Launch day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0489575" y="4855464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40" name="Text 38"/>
          <p:cNvSpPr/>
          <p:nvPr/>
        </p:nvSpPr>
        <p:spPr>
          <a:xfrm>
            <a:off x="365760" y="507492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Post-launch review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0775852" y="5120640"/>
            <a:ext cx="1019908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42" name="Text 40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Strategy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Market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competitor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research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Positioning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messaging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readiness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Finalize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beta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Pricing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packaging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Go-to-market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Marketing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assets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Marketing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email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campaign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Comms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Sales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enablement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Sales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Launch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Pre-launch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checklist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Launch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Post-launch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