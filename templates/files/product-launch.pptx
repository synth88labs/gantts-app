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5C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Product Launch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Product Launch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6696222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3046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9551963" y="1051560"/>
            <a:ext cx="0" cy="4352544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8620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Strategy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840480" y="1161288"/>
            <a:ext cx="203981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Market &amp; competitor research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840480" y="1389888"/>
            <a:ext cx="1019908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3" name="Shape 11"/>
          <p:cNvSpPr/>
          <p:nvPr/>
        </p:nvSpPr>
        <p:spPr>
          <a:xfrm>
            <a:off x="3840480" y="1389888"/>
            <a:ext cx="101990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Positioning &amp; messaging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860388" y="1700784"/>
            <a:ext cx="1019908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16" name="Shape 14"/>
          <p:cNvSpPr/>
          <p:nvPr/>
        </p:nvSpPr>
        <p:spPr>
          <a:xfrm>
            <a:off x="4860388" y="1700784"/>
            <a:ext cx="71393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Product readiness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880295" y="2093976"/>
            <a:ext cx="326370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Finalize product &amp; beta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880295" y="2322576"/>
            <a:ext cx="2447778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1" name="Shape 19"/>
          <p:cNvSpPr/>
          <p:nvPr/>
        </p:nvSpPr>
        <p:spPr>
          <a:xfrm>
            <a:off x="5880295" y="2322576"/>
            <a:ext cx="1101500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Pricing &amp; packaging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696222" y="2633472"/>
            <a:ext cx="1223889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4" name="Shape 22"/>
          <p:cNvSpPr/>
          <p:nvPr/>
        </p:nvSpPr>
        <p:spPr>
          <a:xfrm>
            <a:off x="6696222" y="2633472"/>
            <a:ext cx="244778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Go-to-market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104185" y="3026664"/>
            <a:ext cx="2855742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Marketing assets &amp; content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04185" y="3255264"/>
            <a:ext cx="2039815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29" name="Shape 27"/>
          <p:cNvSpPr/>
          <p:nvPr/>
        </p:nvSpPr>
        <p:spPr>
          <a:xfrm>
            <a:off x="7104185" y="3255264"/>
            <a:ext cx="407963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 &amp; email campaign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328074" y="3566160"/>
            <a:ext cx="1631852" cy="219456"/>
          </a:xfrm>
          <a:prstGeom prst="roundRect">
            <a:avLst>
              <a:gd name="adj" fmla="val 12500"/>
            </a:avLst>
          </a:prstGeom>
          <a:solidFill>
            <a:srgbClr val="A855F7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Sales enablement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328074" y="3877056"/>
            <a:ext cx="1223889" cy="219456"/>
          </a:xfrm>
          <a:prstGeom prst="roundRect">
            <a:avLst>
              <a:gd name="adj" fmla="val 12500"/>
            </a:avLst>
          </a:prstGeom>
          <a:solidFill>
            <a:srgbClr val="EC4899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Launch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959926" y="4270248"/>
            <a:ext cx="1223889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445312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Pre-launch checklist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959926" y="4498848"/>
            <a:ext cx="611945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476402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Launch day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10489575" y="4855464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507492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Post-launch review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0775852" y="5120640"/>
            <a:ext cx="1019908" cy="219456"/>
          </a:xfrm>
          <a:prstGeom prst="roundRect">
            <a:avLst>
              <a:gd name="adj" fmla="val 12500"/>
            </a:avLst>
          </a:prstGeom>
          <a:solidFill>
            <a:srgbClr val="64748B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5C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Strategy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competitor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research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Positioning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messaging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readiness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Finalize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beta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Pricing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packaging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Go-to-market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Marketing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email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campaign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Sales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enablement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Sales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Pre-launch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checklist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PMM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Launch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Post-launch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2026-07-18T08:12:38Z</dcterms:created>
  <dcterms:modified xsi:type="dcterms:W3CDTF">2026-07-18T08:12:38Z</dcterms:modified>
</cp:coreProperties>
</file>