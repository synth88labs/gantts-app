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Home Renovation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Home Renovation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36615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003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9182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60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1749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5173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943161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74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468831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0307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Planning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1161288"/>
            <a:ext cx="228850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Design &amp; budget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389888"/>
            <a:ext cx="152567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1389888"/>
            <a:ext cx="152567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Permits &amp; approvals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0244" y="1700784"/>
            <a:ext cx="152567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0244" y="1700784"/>
            <a:ext cx="91540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Demolition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55915" y="2093976"/>
            <a:ext cx="54488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Demo &amp; prep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55915" y="2322576"/>
            <a:ext cx="544882" cy="219456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Structural &amp; rough-in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00797" y="2715768"/>
            <a:ext cx="217952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Framing &amp; structure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00797" y="2944368"/>
            <a:ext cx="871812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Electrical, plumbing &amp; HVAC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72608" y="3255264"/>
            <a:ext cx="1307717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Finishes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80325" y="3648456"/>
            <a:ext cx="217952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Drywall, paint &amp; flooring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80325" y="3877056"/>
            <a:ext cx="1634647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Final inspection &amp; walkthrough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359854" y="4187952"/>
            <a:ext cx="326929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Project 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604488" y="4544568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Contractor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Demolition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Demo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Structural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rough-in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Framing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plumbing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HVAC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Finishes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Drywall,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flooring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walkthrough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2026-07-17T01:56:21Z</dcterms:created>
  <dcterms:modified xsi:type="dcterms:W3CDTF">2026-07-17T01:56:21Z</dcterms:modified>
</cp:coreProperties>
</file>