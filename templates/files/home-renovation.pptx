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58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Home Renovation Schedule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Home Renovation Schedule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5366150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0039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6891820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260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8417490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5173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9943161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7740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468831" y="1051560"/>
            <a:ext cx="0" cy="3730752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10307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Planning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40480" y="1161288"/>
            <a:ext cx="2288505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Design &amp; budget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840480" y="1389888"/>
            <a:ext cx="1525670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19" name="Shape 17"/>
          <p:cNvSpPr/>
          <p:nvPr/>
        </p:nvSpPr>
        <p:spPr>
          <a:xfrm>
            <a:off x="3840480" y="1389888"/>
            <a:ext cx="152567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Permits &amp; approvals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0244" y="1700784"/>
            <a:ext cx="1525670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30244" y="1700784"/>
            <a:ext cx="915402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Demolition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55915" y="2093976"/>
            <a:ext cx="544882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Demo &amp; prep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55915" y="2322576"/>
            <a:ext cx="544882" cy="219456"/>
          </a:xfrm>
          <a:prstGeom prst="roundRect">
            <a:avLst>
              <a:gd name="adj" fmla="val 12500"/>
            </a:avLst>
          </a:prstGeom>
          <a:solidFill>
            <a:srgbClr val="EF4444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Structural &amp; rough-in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000797" y="2715768"/>
            <a:ext cx="2179529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Framing &amp; structure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000797" y="2944368"/>
            <a:ext cx="871812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Electrical, plumbing &amp; HVAC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872608" y="3255264"/>
            <a:ext cx="1307717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33" name="Text 31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Finishes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180325" y="3648456"/>
            <a:ext cx="2179529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Drywall, paint &amp; flooring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80325" y="3877056"/>
            <a:ext cx="1634647" cy="219456"/>
          </a:xfrm>
          <a:prstGeom prst="roundRect">
            <a:avLst>
              <a:gd name="adj" fmla="val 12500"/>
            </a:avLst>
          </a:prstGeom>
          <a:solidFill>
            <a:srgbClr val="A855F7"/>
          </a:solidFill>
          <a:ln/>
        </p:spPr>
      </p:sp>
      <p:sp>
        <p:nvSpPr>
          <p:cNvPr id="37" name="Text 35"/>
          <p:cNvSpPr/>
          <p:nvPr/>
        </p:nvSpPr>
        <p:spPr>
          <a:xfrm>
            <a:off x="365760" y="414223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Final inspection &amp; walkthrough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1359854" y="4187952"/>
            <a:ext cx="326929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445312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Project complete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1604488" y="4544568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41" name="Text 39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580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budget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Permits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approvals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Contractor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Demolition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Demo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prep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Crew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Structural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rough-in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Framing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structure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Crew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Electrical,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plumbing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HVAC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Trades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Finishes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Drywall,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paint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flooring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Crew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Final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inspection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walkthrough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Project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complete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2026-07-18T08:31:44Z</dcterms:created>
  <dcterms:modified xsi:type="dcterms:W3CDTF">2026-07-18T08:31:44Z</dcterms:modified>
</cp:coreProperties>
</file>