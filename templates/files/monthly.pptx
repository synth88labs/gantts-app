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5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Monthly Plan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Monthly Plan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7818120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5236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1795760" y="1051560"/>
            <a:ext cx="0" cy="2798064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65760" y="10332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Week 1 — Plan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40480" y="1161288"/>
            <a:ext cx="1420586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3441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Scope &amp; goals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1389888"/>
            <a:ext cx="852351" cy="219456"/>
          </a:xfrm>
          <a:prstGeom prst="roundRect">
            <a:avLst>
              <a:gd name="adj" fmla="val 12500"/>
            </a:avLst>
          </a:prstGeom>
          <a:solidFill>
            <a:srgbClr val="8B5CF6"/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1389888"/>
            <a:ext cx="852351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655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Week 2 — Build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29300" y="1783080"/>
            <a:ext cx="1420586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19659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Core work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29300" y="2011680"/>
            <a:ext cx="1420586" cy="219456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18" name="Shape 16"/>
          <p:cNvSpPr/>
          <p:nvPr/>
        </p:nvSpPr>
        <p:spPr>
          <a:xfrm>
            <a:off x="5829300" y="2011680"/>
            <a:ext cx="568234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27685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Week 3 — Build &amp; test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818120" y="2404872"/>
            <a:ext cx="1420586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2587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Finish &amp; QA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818120" y="2633472"/>
            <a:ext cx="1420586" cy="219456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28986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Week 4 — Launch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806940" y="3026664"/>
            <a:ext cx="1420586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2095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Review &amp; ship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806940" y="3255264"/>
            <a:ext cx="852351" cy="219456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35204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Month-end milestone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1429347" y="3611880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Week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Plan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Scope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goals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Lead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Week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Build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Core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work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Week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Build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test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Finish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2026-08-16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Week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Launch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Review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ship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Month-end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milestone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2026-07-18T08:12:38Z</dcterms:created>
  <dcterms:modified xsi:type="dcterms:W3CDTF">2026-07-18T08:12:38Z</dcterms:modified>
</cp:coreProperties>
</file>