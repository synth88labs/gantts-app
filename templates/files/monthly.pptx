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5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Monthly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Monthly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7818120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1795760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Week 1 — Plan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0" y="1161288"/>
            <a:ext cx="142058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Scope &amp; goals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389888"/>
            <a:ext cx="852351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389888"/>
            <a:ext cx="852351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Week 2 — Build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829300" y="1783080"/>
            <a:ext cx="142058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Core work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829300" y="2011680"/>
            <a:ext cx="1420586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9300" y="2011680"/>
            <a:ext cx="56823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Week 3 — Build &amp; test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818120" y="2404872"/>
            <a:ext cx="142058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Finish &amp; QA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818120" y="2633472"/>
            <a:ext cx="1420586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Week 4 — Launch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806940" y="3026664"/>
            <a:ext cx="142058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Review &amp; ship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806940" y="3255264"/>
            <a:ext cx="852351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Month-end milestone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1429347" y="3611880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Week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Scope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goals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Week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Build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Week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Build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Finish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Week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Launch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ship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Month-end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milestone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