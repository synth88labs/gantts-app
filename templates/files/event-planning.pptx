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A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Event Planning Timeline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Event Planning Timeline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315456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969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8790432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2467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1265408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996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Planning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161288"/>
            <a:ext cx="247497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Set budget &amp; goals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0" y="1389888"/>
            <a:ext cx="530352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3840480" y="1389888"/>
            <a:ext cx="53035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Book venue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370832" y="1700784"/>
            <a:ext cx="88392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8" name="Shape 16"/>
          <p:cNvSpPr/>
          <p:nvPr/>
        </p:nvSpPr>
        <p:spPr>
          <a:xfrm>
            <a:off x="4370832" y="1700784"/>
            <a:ext cx="70713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Confirm speakers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4400" y="2011680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21" name="Shape 19"/>
          <p:cNvSpPr/>
          <p:nvPr/>
        </p:nvSpPr>
        <p:spPr>
          <a:xfrm>
            <a:off x="4724400" y="2011680"/>
            <a:ext cx="63642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Promotion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15456" y="2404872"/>
            <a:ext cx="371246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Website &amp; tickets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15456" y="2633472"/>
            <a:ext cx="1237488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6" name="Shape 24"/>
          <p:cNvSpPr/>
          <p:nvPr/>
        </p:nvSpPr>
        <p:spPr>
          <a:xfrm>
            <a:off x="6315456" y="2633472"/>
            <a:ext cx="24749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Email + social push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22592" y="2944368"/>
            <a:ext cx="3005328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29" name="Shape 27"/>
          <p:cNvSpPr/>
          <p:nvPr/>
        </p:nvSpPr>
        <p:spPr>
          <a:xfrm>
            <a:off x="7022592" y="2944368"/>
            <a:ext cx="15026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Logistics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44000" y="3337560"/>
            <a:ext cx="176784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Catering &amp; AV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3566160"/>
            <a:ext cx="1060704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Run of show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27920" y="3877056"/>
            <a:ext cx="883920" cy="219456"/>
          </a:xfrm>
          <a:prstGeom prst="roundRect">
            <a:avLst>
              <a:gd name="adj" fmla="val 12500"/>
            </a:avLst>
          </a:prstGeom>
          <a:solidFill>
            <a:srgbClr val="22C55E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Event day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829544" y="4233672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Wrap-up &amp; thank you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1088624" y="4498848"/>
            <a:ext cx="707136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Book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venue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Coord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Confirm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speakers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Coord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Promotion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Website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tickets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Email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push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Logistics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Catering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AV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Run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of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show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Event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Wrap-up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thank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