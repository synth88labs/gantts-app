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Event Planning Timeline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Event Planning Timeline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315456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969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790432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2467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265408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964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Planning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161288"/>
            <a:ext cx="247497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Set budget &amp; goals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389888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1389888"/>
            <a:ext cx="530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Book 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70832" y="1700784"/>
            <a:ext cx="883920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4370832" y="1700784"/>
            <a:ext cx="70713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Confirm speakers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4400" y="2011680"/>
            <a:ext cx="1591056" cy="219456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24400" y="2011680"/>
            <a:ext cx="63642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Promotion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15456" y="2404872"/>
            <a:ext cx="371246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Website &amp; tickets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15456" y="2633472"/>
            <a:ext cx="1237488" cy="219456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6315456" y="2633472"/>
            <a:ext cx="24749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Email + social push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22592" y="2944368"/>
            <a:ext cx="3005328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022592" y="2944368"/>
            <a:ext cx="15026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Logistics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0" y="3337560"/>
            <a:ext cx="176784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Catering &amp; AV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0" y="3566160"/>
            <a:ext cx="1060704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Run of show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027920" y="3877056"/>
            <a:ext cx="883920" cy="219456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Event day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829544" y="4233672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Wrap-up &amp; thank you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088624" y="4498848"/>
            <a:ext cx="707136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budget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Book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Confirm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speakers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Promotion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Website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tickets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push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Logistics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Catering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Run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Event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Wrap-up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thank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