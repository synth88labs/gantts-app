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Marketing Campaign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Marketing Campaign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93420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02792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54686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 research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8839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Campaign brief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24400" y="1700784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4724400" y="1700784"/>
            <a:ext cx="59664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Content Production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87340" y="2093976"/>
            <a:ext cx="30937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Copywriting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8734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7340" y="2322576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assets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829300" y="2633472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24" name="Shape 22"/>
          <p:cNvSpPr/>
          <p:nvPr/>
        </p:nvSpPr>
        <p:spPr>
          <a:xfrm>
            <a:off x="5829300" y="2633472"/>
            <a:ext cx="44196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Video production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71260" y="2944368"/>
            <a:ext cx="2209800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1260" y="2944368"/>
            <a:ext cx="22098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Assets ready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398764" y="330098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81060" y="3648456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Schedule posts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481060" y="3877056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Go live &amp; promote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144000" y="4187952"/>
            <a:ext cx="110490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Measure &amp; optimize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248900" y="4498848"/>
            <a:ext cx="154686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Campaign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brief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CMO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Copywriting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Video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Studio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Measure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optimize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