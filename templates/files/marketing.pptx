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5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Marketing Campaign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Marketing Campaign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934200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844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027920" y="1051560"/>
            <a:ext cx="0" cy="3730752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21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Strategy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161288"/>
            <a:ext cx="154686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Market research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389888"/>
            <a:ext cx="883920" cy="219456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389888"/>
            <a:ext cx="88392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Campaign brief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24400" y="1700784"/>
            <a:ext cx="662940" cy="219456"/>
          </a:xfrm>
          <a:prstGeom prst="roundRect">
            <a:avLst>
              <a:gd name="adj" fmla="val 12500"/>
            </a:avLst>
          </a:prstGeom>
          <a:solidFill>
            <a:srgbClr val="A85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724400" y="1700784"/>
            <a:ext cx="59664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Content Production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87340" y="2093976"/>
            <a:ext cx="30937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Copywriting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87340" y="2322576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</p:sp>
      <p:sp>
        <p:nvSpPr>
          <p:cNvPr id="21" name="Shape 19"/>
          <p:cNvSpPr/>
          <p:nvPr/>
        </p:nvSpPr>
        <p:spPr>
          <a:xfrm>
            <a:off x="5387340" y="2322576"/>
            <a:ext cx="66294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Design assets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29300" y="2633472"/>
            <a:ext cx="1767840" cy="219456"/>
          </a:xfrm>
          <a:prstGeom prst="roundRect">
            <a:avLst>
              <a:gd name="adj" fmla="val 12500"/>
            </a:avLst>
          </a:prstGeom>
          <a:solidFill>
            <a:srgbClr val="EC4899"/>
          </a:solidFill>
          <a:ln/>
        </p:spPr>
      </p:sp>
      <p:sp>
        <p:nvSpPr>
          <p:cNvPr id="24" name="Shape 22"/>
          <p:cNvSpPr/>
          <p:nvPr/>
        </p:nvSpPr>
        <p:spPr>
          <a:xfrm>
            <a:off x="5829300" y="2633472"/>
            <a:ext cx="44196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Video production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71260" y="2944368"/>
            <a:ext cx="2209800" cy="219456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1260" y="2944368"/>
            <a:ext cx="22098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Assets ready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98764" y="3300984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Launch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81060" y="3648456"/>
            <a:ext cx="220980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Schedule posts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81060" y="3877056"/>
            <a:ext cx="662940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1422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Go live &amp; promote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44000" y="4187952"/>
            <a:ext cx="1104900" cy="219456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45312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Measure &amp; optimize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248900" y="4498848"/>
            <a:ext cx="1546860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Strategy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Market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research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Campaign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brief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Copywriting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Writer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assets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Designer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Video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production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Studio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Assets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ready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Launch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Schedule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posts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Social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live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promote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Measure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optimize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