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Marketing Campaign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Marketing Campaign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693420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6844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002792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621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Strategy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1161288"/>
            <a:ext cx="154686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Market research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389888"/>
            <a:ext cx="883920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389888"/>
            <a:ext cx="88392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Campaign brief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24400" y="1700784"/>
            <a:ext cx="662940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4724400" y="1700784"/>
            <a:ext cx="59664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Content Production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87340" y="2093976"/>
            <a:ext cx="30937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Copywriting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87340" y="2322576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6366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7340" y="2322576"/>
            <a:ext cx="66294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Design assets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829300" y="2633472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24" name="Shape 22"/>
          <p:cNvSpPr/>
          <p:nvPr/>
        </p:nvSpPr>
        <p:spPr>
          <a:xfrm>
            <a:off x="5829300" y="2633472"/>
            <a:ext cx="44196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Video production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271260" y="2944368"/>
            <a:ext cx="2209800" cy="219456"/>
          </a:xfrm>
          <a:prstGeom prst="roundRect">
            <a:avLst>
              <a:gd name="adj" fmla="val 12500"/>
            </a:avLst>
          </a:prstGeom>
          <a:solidFill>
            <a:srgbClr val="F97316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1260" y="2944368"/>
            <a:ext cx="22098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Assets ready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398764" y="3300984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Launch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481060" y="3648456"/>
            <a:ext cx="220980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Schedule posts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481060" y="3877056"/>
            <a:ext cx="662940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Go live &amp; promote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144000" y="4187952"/>
            <a:ext cx="1104900" cy="219456"/>
          </a:xfrm>
          <a:prstGeom prst="roundRect">
            <a:avLst>
              <a:gd name="adj" fmla="val 12500"/>
            </a:avLst>
          </a:prstGeom>
          <a:solidFill>
            <a:srgbClr val="22C55E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Measure &amp; optimize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248900" y="4498848"/>
            <a:ext cx="1546860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5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Strategy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Market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research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Campaign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brief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CMO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Copywriting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assets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Video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Studio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Assets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ready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Launch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Schedule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posts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Social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live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promote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Measure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optimize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