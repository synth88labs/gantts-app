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Software Development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Software Development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941875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611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8043269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75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0144664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7890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Discovery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161288"/>
            <a:ext cx="150099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Requirements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0" y="1389888"/>
            <a:ext cx="750498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1389888"/>
            <a:ext cx="75049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Technical design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90978" y="1700784"/>
            <a:ext cx="750498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18" name="Shape 16"/>
          <p:cNvSpPr/>
          <p:nvPr/>
        </p:nvSpPr>
        <p:spPr>
          <a:xfrm>
            <a:off x="4590978" y="1700784"/>
            <a:ext cx="60039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Design approved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59180" y="2057400"/>
            <a:ext cx="164592" cy="164592"/>
          </a:xfrm>
          <a:prstGeom prst="diamond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Development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1476" y="2404872"/>
            <a:ext cx="300199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Backend API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341476" y="2633472"/>
            <a:ext cx="2701793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5" name="Shape 23"/>
          <p:cNvSpPr/>
          <p:nvPr/>
        </p:nvSpPr>
        <p:spPr>
          <a:xfrm>
            <a:off x="5341476" y="2633472"/>
            <a:ext cx="162107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Frontend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41476" y="2944368"/>
            <a:ext cx="3001992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8" name="Shape 26"/>
          <p:cNvSpPr/>
          <p:nvPr/>
        </p:nvSpPr>
        <p:spPr>
          <a:xfrm>
            <a:off x="5341476" y="2944368"/>
            <a:ext cx="1050697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Integration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343469" y="3255264"/>
            <a:ext cx="1200797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QA &amp; Testing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544266" y="3648456"/>
            <a:ext cx="180119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Test plan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544266" y="3877056"/>
            <a:ext cx="600398" cy="219456"/>
          </a:xfrm>
          <a:prstGeom prst="roundRect">
            <a:avLst>
              <a:gd name="adj" fmla="val 12500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Bug fixing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144664" y="4187952"/>
            <a:ext cx="1200797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Launch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345461" y="4581144"/>
            <a:ext cx="45029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Deploy to production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345461" y="4809744"/>
            <a:ext cx="300199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507492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Go live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1563364" y="5166360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Discovery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Requirements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Technical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Backend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Frontend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fixing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Deploy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