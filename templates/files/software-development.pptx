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Software Development Plan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566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Free Gantt chart template · gantts.app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Software Development Plan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840480" y="1051560"/>
            <a:ext cx="0" cy="4352544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3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5941875" y="1051560"/>
            <a:ext cx="0" cy="4352544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76115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17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8043269" y="1051560"/>
            <a:ext cx="0" cy="4352544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7750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31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0144664" y="1051560"/>
            <a:ext cx="0" cy="4352544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78904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Sep 14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65760" y="103327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Discovery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40480" y="1161288"/>
            <a:ext cx="1500996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34416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Requirements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40480" y="1389888"/>
            <a:ext cx="750498" cy="219456"/>
          </a:xfrm>
          <a:prstGeom prst="roundRect">
            <a:avLst>
              <a:gd name="adj" fmla="val 12500"/>
            </a:avLst>
          </a:prstGeom>
          <a:solidFill>
            <a:srgbClr val="6366F1"/>
          </a:solidFill>
          <a:ln/>
        </p:spPr>
      </p:sp>
      <p:sp>
        <p:nvSpPr>
          <p:cNvPr id="15" name="Shape 13"/>
          <p:cNvSpPr/>
          <p:nvPr/>
        </p:nvSpPr>
        <p:spPr>
          <a:xfrm>
            <a:off x="3840480" y="1389888"/>
            <a:ext cx="750498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165506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Technical design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90978" y="1700784"/>
            <a:ext cx="750498" cy="219456"/>
          </a:xfrm>
          <a:prstGeom prst="roundRect">
            <a:avLst>
              <a:gd name="adj" fmla="val 12500"/>
            </a:avLst>
          </a:prstGeom>
          <a:solidFill>
            <a:srgbClr val="6366F1"/>
          </a:solidFill>
          <a:ln/>
        </p:spPr>
      </p:sp>
      <p:sp>
        <p:nvSpPr>
          <p:cNvPr id="18" name="Shape 16"/>
          <p:cNvSpPr/>
          <p:nvPr/>
        </p:nvSpPr>
        <p:spPr>
          <a:xfrm>
            <a:off x="4590978" y="1700784"/>
            <a:ext cx="600398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196596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Design approved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259180" y="2057400"/>
            <a:ext cx="164592" cy="164592"/>
          </a:xfrm>
          <a:prstGeom prst="diamond">
            <a:avLst/>
          </a:prstGeom>
          <a:solidFill>
            <a:srgbClr val="0EA5E9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2276856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Development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341476" y="2404872"/>
            <a:ext cx="3001992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258775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Backend API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341476" y="2633472"/>
            <a:ext cx="2701793" cy="219456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/>
        </p:spPr>
      </p:sp>
      <p:sp>
        <p:nvSpPr>
          <p:cNvPr id="25" name="Shape 23"/>
          <p:cNvSpPr/>
          <p:nvPr/>
        </p:nvSpPr>
        <p:spPr>
          <a:xfrm>
            <a:off x="5341476" y="2633472"/>
            <a:ext cx="1621076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289864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Frontend UI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341476" y="2944368"/>
            <a:ext cx="3001992" cy="219456"/>
          </a:xfrm>
          <a:prstGeom prst="roundRect">
            <a:avLst>
              <a:gd name="adj" fmla="val 12500"/>
            </a:avLst>
          </a:prstGeom>
          <a:solidFill>
            <a:srgbClr val="0EA5E9"/>
          </a:solidFill>
          <a:ln/>
        </p:spPr>
      </p:sp>
      <p:sp>
        <p:nvSpPr>
          <p:cNvPr id="28" name="Shape 26"/>
          <p:cNvSpPr/>
          <p:nvPr/>
        </p:nvSpPr>
        <p:spPr>
          <a:xfrm>
            <a:off x="5341476" y="2944368"/>
            <a:ext cx="1050697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320954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Integration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343469" y="3255264"/>
            <a:ext cx="1200797" cy="219456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352044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QA &amp; Testing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544266" y="3648456"/>
            <a:ext cx="1801195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3831336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Test plan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544266" y="3877056"/>
            <a:ext cx="600398" cy="219456"/>
          </a:xfrm>
          <a:prstGeom prst="roundRect">
            <a:avLst>
              <a:gd name="adj" fmla="val 12500"/>
            </a:avLst>
          </a:prstGeom>
          <a:solidFill>
            <a:srgbClr val="EF4444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414223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Bug fixing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0144664" y="4187952"/>
            <a:ext cx="1200797" cy="219456"/>
          </a:xfrm>
          <a:prstGeom prst="roundRect">
            <a:avLst>
              <a:gd name="adj" fmla="val 12500"/>
            </a:avLst>
          </a:prstGeom>
          <a:solidFill>
            <a:srgbClr val="F97316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445312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Launch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1345461" y="4581144"/>
            <a:ext cx="450299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476402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Deploy to production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1345461" y="4809744"/>
            <a:ext cx="300199" cy="219456"/>
          </a:xfrm>
          <a:prstGeom prst="roundRect">
            <a:avLst>
              <a:gd name="adj" fmla="val 12500"/>
            </a:avLst>
          </a:prstGeom>
          <a:solidFill>
            <a:srgbClr val="10B981"/>
          </a:solidFill>
          <a:ln/>
        </p:spPr>
      </p:sp>
      <p:sp>
        <p:nvSpPr>
          <p:cNvPr id="41" name="Text 39"/>
          <p:cNvSpPr/>
          <p:nvPr/>
        </p:nvSpPr>
        <p:spPr>
          <a:xfrm>
            <a:off x="365760" y="507492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Go live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1563364" y="5166360"/>
            <a:ext cx="164592" cy="164592"/>
          </a:xfrm>
          <a:prstGeom prst="diamond">
            <a:avLst/>
          </a:prstGeom>
          <a:solidFill>
            <a:srgbClr val="10B981"/>
          </a:solidFill>
          <a:ln/>
        </p:spPr>
      </p:sp>
      <p:sp>
        <p:nvSpPr>
          <p:cNvPr id="43" name="Text 41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Made free at gantts.app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Task Schedule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11430000" cy="914400"/>
        </p:xfrm>
        <a:graphic>
          <a:graphicData uri="http://schemas.openxmlformats.org/drawingml/2006/table">
            <a:tbl>
              <a:tblPr/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Task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Discovery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Requirements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Technical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design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Lead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Design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approved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Development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2026-08-31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Backend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API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Dev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Frontend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UI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Dev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2026-08-31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2.3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Integration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Team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2026-09-08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QA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Testing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2026-09-09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Test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plan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QA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2026-09-09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2026-09-12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Bug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fixing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Team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2026-09-13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Launch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2026-09-21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2026-09-23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Deploy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production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DevOps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2026-09-21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2026-09-22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Go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live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2026-09-23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2026-09-23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2026-07-18T08:31:44Z</dcterms:created>
  <dcterms:modified xsi:type="dcterms:W3CDTF">2026-07-18T08:31:44Z</dcterms:modified>
</cp:coreProperties>
</file>