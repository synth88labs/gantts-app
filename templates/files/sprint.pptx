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A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Sprint Plan (2 weeks)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Sprint Plan (2 weeks)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2487168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Sprint planning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0" y="1078992"/>
            <a:ext cx="66294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7" name="Shape 5"/>
          <p:cNvSpPr/>
          <p:nvPr/>
        </p:nvSpPr>
        <p:spPr>
          <a:xfrm>
            <a:off x="3840480" y="1078992"/>
            <a:ext cx="66294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Development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03420" y="1472184"/>
            <a:ext cx="53035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Story: build feature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03420" y="1700784"/>
            <a:ext cx="331470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12" name="Shape 10"/>
          <p:cNvSpPr/>
          <p:nvPr/>
        </p:nvSpPr>
        <p:spPr>
          <a:xfrm>
            <a:off x="4503420" y="1700784"/>
            <a:ext cx="198882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Story: API work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03420" y="2011680"/>
            <a:ext cx="3977640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15" name="Shape 13"/>
          <p:cNvSpPr/>
          <p:nvPr/>
        </p:nvSpPr>
        <p:spPr>
          <a:xfrm>
            <a:off x="4503420" y="2011680"/>
            <a:ext cx="159105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Integration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481060" y="2322576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QA &amp; testing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806940" y="2633472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Sprint review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050524" y="2990088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Retrospective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1132820" y="3255264"/>
            <a:ext cx="66294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Development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Story: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build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feature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Story: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API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Integration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Sprint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Retrospective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