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A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Sprint Plan (2 weeks)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Sprint Plan (2 weeks)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2487168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Sprint planning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0" y="1078992"/>
            <a:ext cx="662940" cy="219456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0" y="1078992"/>
            <a:ext cx="66294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Development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03420" y="1472184"/>
            <a:ext cx="53035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Story: build feature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03420" y="1700784"/>
            <a:ext cx="3314700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4503420" y="1700784"/>
            <a:ext cx="1988820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Story: API work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03420" y="2011680"/>
            <a:ext cx="3977640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4503420" y="2011680"/>
            <a:ext cx="1591056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Integration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481060" y="2322576"/>
            <a:ext cx="1325880" cy="219456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QA &amp; testing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806940" y="2633472"/>
            <a:ext cx="1325880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Sprint review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050524" y="2990088"/>
            <a:ext cx="164592" cy="164592"/>
          </a:xfrm>
          <a:prstGeom prst="diamond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Retrospective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1132820" y="3255264"/>
            <a:ext cx="662940" cy="219456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Sprint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Development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Story: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build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Story: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Dev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Integration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QA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Sprint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Retrospective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2026-07-18T08:31:44Z</dcterms:created>
  <dcterms:modified xsi:type="dcterms:W3CDTF">2026-07-18T08:31:44Z</dcterms:modified>
</cp:coreProperties>
</file>